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9" r:id="rId2"/>
    <p:sldId id="260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4754" autoAdjust="0"/>
    <p:restoredTop sz="96645" autoAdjust="0"/>
  </p:normalViewPr>
  <p:slideViewPr>
    <p:cSldViewPr snapToGrid="0">
      <p:cViewPr varScale="1">
        <p:scale>
          <a:sx n="108" d="100"/>
          <a:sy n="108" d="100"/>
        </p:scale>
        <p:origin x="78" y="4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6AEB20D-1E0E-486A-823D-795E0F1B1A92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8F80C4F-AD5E-4D76-810B-8B9B616CB7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83894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F08EFC-34D9-F85F-96F8-EB0B52E95A6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7F3AE04-B18E-E8B4-3237-A18EDE826E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B171F5-FDE6-1D69-4DF4-C74617E691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0CD729-867D-477D-ADDA-CA15108676C8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73040B-DE18-AB64-647F-713963E6D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77E5E6-082C-A31A-D7FB-99CBB20B86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BF26E0-F7D1-4FDC-8D76-0099ADA9CA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99730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5D14F8-23B1-1D1E-979F-BF5AA9738B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6B988D-C4E6-D04D-93FA-11999E35DA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689547-15F9-561D-3B32-0E11EE6906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0CD729-867D-477D-ADDA-CA15108676C8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D9FCA1-CDF6-1150-720C-C46202CB61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71AC22-3EA0-A198-E59C-B963DDBDA0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BF26E0-F7D1-4FDC-8D76-0099ADA9CA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29782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ED682A-D722-6006-62A4-220A1F1C6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B03D33-7548-49C4-80FB-A2A30D9D12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C826E2-C23D-96D3-2BF9-FB7F1AA651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0CD729-867D-477D-ADDA-CA15108676C8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CEBC3D-40CB-DDE0-8A9C-BFB8E7D5C0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151396-2646-EF83-3C88-C0F851E7EF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BF26E0-F7D1-4FDC-8D76-0099ADA9CA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69808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37111F-89D2-C8B0-D184-E0A2B86556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64C99D-04C2-AF08-6EE2-29B10298716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1BB635E-AA3B-B5B7-58F7-7B4E8F54D9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2D6C5D-3C43-1D25-068E-3EBE28BACF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0CD729-867D-477D-ADDA-CA15108676C8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1869E1-D64D-1E1C-6EF5-459FB0D2DB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54D235-4584-3788-56D5-C1A76FB66D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BF26E0-F7D1-4FDC-8D76-0099ADA9CA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42788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EEB2BF-DF3A-DB64-7337-974F1C865C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AA4AA3-1FF8-F8E1-00F7-EFFEAE7542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3A2FD4B-2703-2D10-17C1-5B93BD7576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92BE126-9740-3A45-A458-1F7C2CC7C27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A90A612-BAB8-21D5-3761-0526A0B59F5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6C09F81-E173-8CDF-8C91-3A70FAED80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0CD729-867D-477D-ADDA-CA15108676C8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A181798-696E-268F-8EB1-F0F3ED057E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C1A43AB-0C90-A67D-460E-E6A8429C46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BF26E0-F7D1-4FDC-8D76-0099ADA9CA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15098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228B0C-9039-789B-FE35-F560DBD77A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A39FF48-205A-8215-E17D-61D99F5BD5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0CD729-867D-477D-ADDA-CA15108676C8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C9B9883-F95F-EF7C-6D09-D19DD828C0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9039B73-A9E7-025F-04DD-930CDE6577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BF26E0-F7D1-4FDC-8D76-0099ADA9CA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7872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DD3AE44-FCC1-155D-64A0-1D57DD437E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0CD729-867D-477D-ADDA-CA15108676C8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FE5C657-2161-92D3-44A5-606F88110C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184E69-8417-39A8-09F3-44C1F565EB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BF26E0-F7D1-4FDC-8D76-0099ADA9CA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46623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56A7FA-59C7-6DFA-E7CF-D3BDCD2D3A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8E691F-5183-8E97-E84A-E08B5DFA3C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598E458-FA0D-8988-A59F-4CAD94A51A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F5423F-01E6-6AC8-4927-EE7A564820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0CD729-867D-477D-ADDA-CA15108676C8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035878-FF50-3112-176F-1138CD44CF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2EB43D-3369-E5AE-20DC-E698F13028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BF26E0-F7D1-4FDC-8D76-0099ADA9CA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159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2116D6-C907-858D-8362-4F50D70046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7A3D91B-0551-8EDC-D778-1369E6857E3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357154-EFE3-AA98-C0D3-75F20952D1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136697-AF0E-C90A-5225-35A29E0872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0CD729-867D-477D-ADDA-CA15108676C8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DC87C9-EDAB-FC1B-C93F-211E346A0F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E686CD-BB1D-635A-7A2C-B934B9778D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BF26E0-F7D1-4FDC-8D76-0099ADA9CA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73428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7B2255-2065-BA86-4754-2E94A0C124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ACF5C97-43C9-3CB7-247F-6CE8CCEAF6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7881E2-3DB6-6073-2FD3-5BC5CEC8B6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0CD729-867D-477D-ADDA-CA15108676C8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7EEFA-FE54-1DAB-5A46-5731A050BD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AA21DA-F74D-29C8-91D7-53B54BBE31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BF26E0-F7D1-4FDC-8D76-0099ADA9CA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73451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6760E4D-C264-B6FF-F9A2-2AE9C3425B0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4AF144A-BD46-F9E9-C606-1FBF505D54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FE8922-76A9-92E9-5F61-0F741FF619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0CD729-867D-477D-ADDA-CA15108676C8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0E1151-2E86-D3EB-EC5A-0A91515F8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21F369-BF5D-318A-8DDD-239E38DCFA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BF26E0-F7D1-4FDC-8D76-0099ADA9CA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79112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B87E521-1AED-6818-C7C2-AAD6C61C8C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604C36-1A77-5D0A-30BC-FBEAA531B9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293997-3668-BB86-5B8D-DBE04FC55B6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A0CD729-867D-477D-ADDA-CA15108676C8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BF33B7-489B-BC69-D960-AB1450D6AB7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66C3AD-F82F-4571-2FB5-D384EA80926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CBF26E0-F7D1-4FDC-8D76-0099ADA9CA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6466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708166-C075-E627-313B-E22B08E69E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val 10">
            <a:extLst>
              <a:ext uri="{FF2B5EF4-FFF2-40B4-BE49-F238E27FC236}">
                <a16:creationId xmlns:a16="http://schemas.microsoft.com/office/drawing/2014/main" id="{A2537CC6-003A-316F-5529-57D6B0DEC272}"/>
              </a:ext>
            </a:extLst>
          </p:cNvPr>
          <p:cNvSpPr/>
          <p:nvPr/>
        </p:nvSpPr>
        <p:spPr>
          <a:xfrm rot="4906371">
            <a:off x="1098035" y="839580"/>
            <a:ext cx="5345974" cy="6842123"/>
          </a:xfrm>
          <a:custGeom>
            <a:avLst/>
            <a:gdLst>
              <a:gd name="csX0" fmla="*/ 0 w 5693503"/>
              <a:gd name="csY0" fmla="*/ 3460376 h 6920752"/>
              <a:gd name="csX1" fmla="*/ 2846752 w 5693503"/>
              <a:gd name="csY1" fmla="*/ 0 h 6920752"/>
              <a:gd name="csX2" fmla="*/ 5693504 w 5693503"/>
              <a:gd name="csY2" fmla="*/ 3460376 h 6920752"/>
              <a:gd name="csX3" fmla="*/ 2846752 w 5693503"/>
              <a:gd name="csY3" fmla="*/ 6920752 h 6920752"/>
              <a:gd name="csX4" fmla="*/ 0 w 5693503"/>
              <a:gd name="csY4" fmla="*/ 3460376 h 6920752"/>
              <a:gd name="csX0" fmla="*/ 0 w 5838383"/>
              <a:gd name="csY0" fmla="*/ 3460376 h 7043980"/>
              <a:gd name="csX1" fmla="*/ 2846752 w 5838383"/>
              <a:gd name="csY1" fmla="*/ 0 h 7043980"/>
              <a:gd name="csX2" fmla="*/ 5693504 w 5838383"/>
              <a:gd name="csY2" fmla="*/ 3460376 h 7043980"/>
              <a:gd name="csX3" fmla="*/ 5259296 w 5838383"/>
              <a:gd name="csY3" fmla="*/ 6006352 h 7043980"/>
              <a:gd name="csX4" fmla="*/ 2846752 w 5838383"/>
              <a:gd name="csY4" fmla="*/ 6920752 h 7043980"/>
              <a:gd name="csX5" fmla="*/ 0 w 5838383"/>
              <a:gd name="csY5" fmla="*/ 3460376 h 7043980"/>
              <a:gd name="csX0" fmla="*/ 0 w 5729583"/>
              <a:gd name="csY0" fmla="*/ 3577624 h 7161228"/>
              <a:gd name="csX1" fmla="*/ 2846752 w 5729583"/>
              <a:gd name="csY1" fmla="*/ 117248 h 7161228"/>
              <a:gd name="csX2" fmla="*/ 5402731 w 5729583"/>
              <a:gd name="csY2" fmla="*/ 1067506 h 7161228"/>
              <a:gd name="csX3" fmla="*/ 5693504 w 5729583"/>
              <a:gd name="csY3" fmla="*/ 3577624 h 7161228"/>
              <a:gd name="csX4" fmla="*/ 5259296 w 5729583"/>
              <a:gd name="csY4" fmla="*/ 6123600 h 7161228"/>
              <a:gd name="csX5" fmla="*/ 2846752 w 5729583"/>
              <a:gd name="csY5" fmla="*/ 7038000 h 7161228"/>
              <a:gd name="csX6" fmla="*/ 0 w 5729583"/>
              <a:gd name="csY6" fmla="*/ 3577624 h 7161228"/>
              <a:gd name="csX0" fmla="*/ 28786 w 5758369"/>
              <a:gd name="csY0" fmla="*/ 3577624 h 6996553"/>
              <a:gd name="csX1" fmla="*/ 2875538 w 5758369"/>
              <a:gd name="csY1" fmla="*/ 117248 h 6996553"/>
              <a:gd name="csX2" fmla="*/ 5431517 w 5758369"/>
              <a:gd name="csY2" fmla="*/ 1067506 h 6996553"/>
              <a:gd name="csX3" fmla="*/ 5722290 w 5758369"/>
              <a:gd name="csY3" fmla="*/ 3577624 h 6996553"/>
              <a:gd name="csX4" fmla="*/ 5288082 w 5758369"/>
              <a:gd name="csY4" fmla="*/ 6123600 h 6996553"/>
              <a:gd name="csX5" fmla="*/ 1638409 w 5758369"/>
              <a:gd name="csY5" fmla="*/ 6849741 h 6996553"/>
              <a:gd name="csX6" fmla="*/ 28786 w 5758369"/>
              <a:gd name="csY6" fmla="*/ 3577624 h 6996553"/>
              <a:gd name="csX0" fmla="*/ 55635 w 5112865"/>
              <a:gd name="csY0" fmla="*/ 841492 h 7132142"/>
              <a:gd name="csX1" fmla="*/ 2230034 w 5112865"/>
              <a:gd name="csY1" fmla="*/ 61563 h 7132142"/>
              <a:gd name="csX2" fmla="*/ 4786013 w 5112865"/>
              <a:gd name="csY2" fmla="*/ 1011821 h 7132142"/>
              <a:gd name="csX3" fmla="*/ 5076786 w 5112865"/>
              <a:gd name="csY3" fmla="*/ 3521939 h 7132142"/>
              <a:gd name="csX4" fmla="*/ 4642578 w 5112865"/>
              <a:gd name="csY4" fmla="*/ 6067915 h 7132142"/>
              <a:gd name="csX5" fmla="*/ 992905 w 5112865"/>
              <a:gd name="csY5" fmla="*/ 6794056 h 7132142"/>
              <a:gd name="csX6" fmla="*/ 55635 w 5112865"/>
              <a:gd name="csY6" fmla="*/ 841492 h 7132142"/>
              <a:gd name="csX0" fmla="*/ 6699 w 5063929"/>
              <a:gd name="csY0" fmla="*/ 782841 h 6858084"/>
              <a:gd name="csX1" fmla="*/ 2181098 w 5063929"/>
              <a:gd name="csY1" fmla="*/ 2912 h 6858084"/>
              <a:gd name="csX2" fmla="*/ 4737077 w 5063929"/>
              <a:gd name="csY2" fmla="*/ 953170 h 6858084"/>
              <a:gd name="csX3" fmla="*/ 5027850 w 5063929"/>
              <a:gd name="csY3" fmla="*/ 3463288 h 6858084"/>
              <a:gd name="csX4" fmla="*/ 4593642 w 5063929"/>
              <a:gd name="csY4" fmla="*/ 6009264 h 6858084"/>
              <a:gd name="csX5" fmla="*/ 943969 w 5063929"/>
              <a:gd name="csY5" fmla="*/ 6735405 h 6858084"/>
              <a:gd name="csX6" fmla="*/ 1482885 w 5063929"/>
              <a:gd name="csY6" fmla="*/ 3812911 h 6858084"/>
              <a:gd name="csX7" fmla="*/ 6699 w 5063929"/>
              <a:gd name="csY7" fmla="*/ 782841 h 6858084"/>
              <a:gd name="csX0" fmla="*/ 57080 w 5114310"/>
              <a:gd name="csY0" fmla="*/ 782662 h 6864060"/>
              <a:gd name="csX1" fmla="*/ 2231479 w 5114310"/>
              <a:gd name="csY1" fmla="*/ 2733 h 6864060"/>
              <a:gd name="csX2" fmla="*/ 4787458 w 5114310"/>
              <a:gd name="csY2" fmla="*/ 952991 h 6864060"/>
              <a:gd name="csX3" fmla="*/ 5078231 w 5114310"/>
              <a:gd name="csY3" fmla="*/ 3463109 h 6864060"/>
              <a:gd name="csX4" fmla="*/ 4644023 w 5114310"/>
              <a:gd name="csY4" fmla="*/ 6009085 h 6864060"/>
              <a:gd name="csX5" fmla="*/ 994350 w 5114310"/>
              <a:gd name="csY5" fmla="*/ 6735226 h 6864060"/>
              <a:gd name="csX6" fmla="*/ 663690 w 5114310"/>
              <a:gd name="csY6" fmla="*/ 3723085 h 6864060"/>
              <a:gd name="csX7" fmla="*/ 57080 w 5114310"/>
              <a:gd name="csY7" fmla="*/ 782662 h 6864060"/>
              <a:gd name="csX0" fmla="*/ 57080 w 5114310"/>
              <a:gd name="csY0" fmla="*/ 782662 h 6981921"/>
              <a:gd name="csX1" fmla="*/ 2231479 w 5114310"/>
              <a:gd name="csY1" fmla="*/ 2733 h 6981921"/>
              <a:gd name="csX2" fmla="*/ 4787458 w 5114310"/>
              <a:gd name="csY2" fmla="*/ 952991 h 6981921"/>
              <a:gd name="csX3" fmla="*/ 5078231 w 5114310"/>
              <a:gd name="csY3" fmla="*/ 3463109 h 6981921"/>
              <a:gd name="csX4" fmla="*/ 4644023 w 5114310"/>
              <a:gd name="csY4" fmla="*/ 6009085 h 6981921"/>
              <a:gd name="csX5" fmla="*/ 877809 w 5114310"/>
              <a:gd name="csY5" fmla="*/ 6869696 h 6981921"/>
              <a:gd name="csX6" fmla="*/ 663690 w 5114310"/>
              <a:gd name="csY6" fmla="*/ 3723085 h 6981921"/>
              <a:gd name="csX7" fmla="*/ 57080 w 5114310"/>
              <a:gd name="csY7" fmla="*/ 782662 h 6981921"/>
              <a:gd name="csX0" fmla="*/ 67720 w 4981512"/>
              <a:gd name="csY0" fmla="*/ 690350 h 6988221"/>
              <a:gd name="csX1" fmla="*/ 2098681 w 4981512"/>
              <a:gd name="csY1" fmla="*/ 9033 h 6988221"/>
              <a:gd name="csX2" fmla="*/ 4654660 w 4981512"/>
              <a:gd name="csY2" fmla="*/ 959291 h 6988221"/>
              <a:gd name="csX3" fmla="*/ 4945433 w 4981512"/>
              <a:gd name="csY3" fmla="*/ 3469409 h 6988221"/>
              <a:gd name="csX4" fmla="*/ 4511225 w 4981512"/>
              <a:gd name="csY4" fmla="*/ 6015385 h 6988221"/>
              <a:gd name="csX5" fmla="*/ 745011 w 4981512"/>
              <a:gd name="csY5" fmla="*/ 6875996 h 6988221"/>
              <a:gd name="csX6" fmla="*/ 530892 w 4981512"/>
              <a:gd name="csY6" fmla="*/ 3729385 h 6988221"/>
              <a:gd name="csX7" fmla="*/ 67720 w 4981512"/>
              <a:gd name="csY7" fmla="*/ 690350 h 6988221"/>
              <a:gd name="csX0" fmla="*/ 67720 w 4981512"/>
              <a:gd name="csY0" fmla="*/ 688641 h 6986512"/>
              <a:gd name="csX1" fmla="*/ 2098681 w 4981512"/>
              <a:gd name="csY1" fmla="*/ 7324 h 6986512"/>
              <a:gd name="csX2" fmla="*/ 4708451 w 4981512"/>
              <a:gd name="csY2" fmla="*/ 921723 h 6986512"/>
              <a:gd name="csX3" fmla="*/ 4945433 w 4981512"/>
              <a:gd name="csY3" fmla="*/ 3467700 h 6986512"/>
              <a:gd name="csX4" fmla="*/ 4511225 w 4981512"/>
              <a:gd name="csY4" fmla="*/ 6013676 h 6986512"/>
              <a:gd name="csX5" fmla="*/ 745011 w 4981512"/>
              <a:gd name="csY5" fmla="*/ 6874287 h 6986512"/>
              <a:gd name="csX6" fmla="*/ 530892 w 4981512"/>
              <a:gd name="csY6" fmla="*/ 3727676 h 6986512"/>
              <a:gd name="csX7" fmla="*/ 67720 w 4981512"/>
              <a:gd name="csY7" fmla="*/ 688641 h 6986512"/>
              <a:gd name="csX0" fmla="*/ 67720 w 4998396"/>
              <a:gd name="csY0" fmla="*/ 688641 h 6984967"/>
              <a:gd name="csX1" fmla="*/ 2098681 w 4998396"/>
              <a:gd name="csY1" fmla="*/ 7324 h 6984967"/>
              <a:gd name="csX2" fmla="*/ 4708451 w 4998396"/>
              <a:gd name="csY2" fmla="*/ 921723 h 6984967"/>
              <a:gd name="csX3" fmla="*/ 4945433 w 4998396"/>
              <a:gd name="csY3" fmla="*/ 3467700 h 6984967"/>
              <a:gd name="csX4" fmla="*/ 4591908 w 4998396"/>
              <a:gd name="csY4" fmla="*/ 6004711 h 6984967"/>
              <a:gd name="csX5" fmla="*/ 745011 w 4998396"/>
              <a:gd name="csY5" fmla="*/ 6874287 h 6984967"/>
              <a:gd name="csX6" fmla="*/ 530892 w 4998396"/>
              <a:gd name="csY6" fmla="*/ 3727676 h 6984967"/>
              <a:gd name="csX7" fmla="*/ 67720 w 4998396"/>
              <a:gd name="csY7" fmla="*/ 688641 h 6984967"/>
              <a:gd name="csX0" fmla="*/ 67720 w 5054723"/>
              <a:gd name="csY0" fmla="*/ 688641 h 6984967"/>
              <a:gd name="csX1" fmla="*/ 2098681 w 5054723"/>
              <a:gd name="csY1" fmla="*/ 7324 h 6984967"/>
              <a:gd name="csX2" fmla="*/ 4708451 w 5054723"/>
              <a:gd name="csY2" fmla="*/ 921723 h 6984967"/>
              <a:gd name="csX3" fmla="*/ 5017154 w 5054723"/>
              <a:gd name="csY3" fmla="*/ 3503559 h 6984967"/>
              <a:gd name="csX4" fmla="*/ 4591908 w 5054723"/>
              <a:gd name="csY4" fmla="*/ 6004711 h 6984967"/>
              <a:gd name="csX5" fmla="*/ 745011 w 5054723"/>
              <a:gd name="csY5" fmla="*/ 6874287 h 6984967"/>
              <a:gd name="csX6" fmla="*/ 530892 w 5054723"/>
              <a:gd name="csY6" fmla="*/ 3727676 h 6984967"/>
              <a:gd name="csX7" fmla="*/ 67720 w 5054723"/>
              <a:gd name="csY7" fmla="*/ 688641 h 6984967"/>
              <a:gd name="csX0" fmla="*/ 67720 w 5069050"/>
              <a:gd name="csY0" fmla="*/ 688641 h 6984967"/>
              <a:gd name="csX1" fmla="*/ 2098681 w 5069050"/>
              <a:gd name="csY1" fmla="*/ 7324 h 6984967"/>
              <a:gd name="csX2" fmla="*/ 4708451 w 5069050"/>
              <a:gd name="csY2" fmla="*/ 921723 h 6984967"/>
              <a:gd name="csX3" fmla="*/ 5017154 w 5069050"/>
              <a:gd name="csY3" fmla="*/ 3503559 h 6984967"/>
              <a:gd name="csX4" fmla="*/ 4591908 w 5069050"/>
              <a:gd name="csY4" fmla="*/ 6004711 h 6984967"/>
              <a:gd name="csX5" fmla="*/ 745011 w 5069050"/>
              <a:gd name="csY5" fmla="*/ 6874287 h 6984967"/>
              <a:gd name="csX6" fmla="*/ 530892 w 5069050"/>
              <a:gd name="csY6" fmla="*/ 3727676 h 6984967"/>
              <a:gd name="csX7" fmla="*/ 67720 w 5069050"/>
              <a:gd name="csY7" fmla="*/ 688641 h 6984967"/>
              <a:gd name="csX0" fmla="*/ 67720 w 5069050"/>
              <a:gd name="csY0" fmla="*/ 688641 h 6984967"/>
              <a:gd name="csX1" fmla="*/ 2098681 w 5069050"/>
              <a:gd name="csY1" fmla="*/ 7324 h 6984967"/>
              <a:gd name="csX2" fmla="*/ 4708451 w 5069050"/>
              <a:gd name="csY2" fmla="*/ 921723 h 6984967"/>
              <a:gd name="csX3" fmla="*/ 5017154 w 5069050"/>
              <a:gd name="csY3" fmla="*/ 3503559 h 6984967"/>
              <a:gd name="csX4" fmla="*/ 4591908 w 5069050"/>
              <a:gd name="csY4" fmla="*/ 6004711 h 6984967"/>
              <a:gd name="csX5" fmla="*/ 745011 w 5069050"/>
              <a:gd name="csY5" fmla="*/ 6874287 h 6984967"/>
              <a:gd name="csX6" fmla="*/ 530892 w 5069050"/>
              <a:gd name="csY6" fmla="*/ 3727676 h 6984967"/>
              <a:gd name="csX7" fmla="*/ 67720 w 5069050"/>
              <a:gd name="csY7" fmla="*/ 688641 h 6984967"/>
              <a:gd name="csX0" fmla="*/ 67720 w 5049680"/>
              <a:gd name="csY0" fmla="*/ 688641 h 6984967"/>
              <a:gd name="csX1" fmla="*/ 2098681 w 5049680"/>
              <a:gd name="csY1" fmla="*/ 7324 h 6984967"/>
              <a:gd name="csX2" fmla="*/ 4708451 w 5049680"/>
              <a:gd name="csY2" fmla="*/ 921723 h 6984967"/>
              <a:gd name="csX3" fmla="*/ 5017154 w 5049680"/>
              <a:gd name="csY3" fmla="*/ 3503559 h 6984967"/>
              <a:gd name="csX4" fmla="*/ 4591908 w 5049680"/>
              <a:gd name="csY4" fmla="*/ 6004711 h 6984967"/>
              <a:gd name="csX5" fmla="*/ 745011 w 5049680"/>
              <a:gd name="csY5" fmla="*/ 6874287 h 6984967"/>
              <a:gd name="csX6" fmla="*/ 530892 w 5049680"/>
              <a:gd name="csY6" fmla="*/ 3727676 h 6984967"/>
              <a:gd name="csX7" fmla="*/ 67720 w 5049680"/>
              <a:gd name="csY7" fmla="*/ 688641 h 6984967"/>
              <a:gd name="csX0" fmla="*/ 67720 w 5053733"/>
              <a:gd name="csY0" fmla="*/ 688641 h 6984967"/>
              <a:gd name="csX1" fmla="*/ 2098681 w 5053733"/>
              <a:gd name="csY1" fmla="*/ 7324 h 6984967"/>
              <a:gd name="csX2" fmla="*/ 4708451 w 5053733"/>
              <a:gd name="csY2" fmla="*/ 921723 h 6984967"/>
              <a:gd name="csX3" fmla="*/ 4591908 w 5053733"/>
              <a:gd name="csY3" fmla="*/ 6004711 h 6984967"/>
              <a:gd name="csX4" fmla="*/ 745011 w 5053733"/>
              <a:gd name="csY4" fmla="*/ 6874287 h 6984967"/>
              <a:gd name="csX5" fmla="*/ 530892 w 5053733"/>
              <a:gd name="csY5" fmla="*/ 3727676 h 6984967"/>
              <a:gd name="csX6" fmla="*/ 67720 w 5053733"/>
              <a:gd name="csY6" fmla="*/ 688641 h 6984967"/>
              <a:gd name="csX0" fmla="*/ 58817 w 5161371"/>
              <a:gd name="csY0" fmla="*/ 610325 h 6996298"/>
              <a:gd name="csX1" fmla="*/ 2206319 w 5161371"/>
              <a:gd name="csY1" fmla="*/ 18655 h 6996298"/>
              <a:gd name="csX2" fmla="*/ 4816089 w 5161371"/>
              <a:gd name="csY2" fmla="*/ 933054 h 6996298"/>
              <a:gd name="csX3" fmla="*/ 4699546 w 5161371"/>
              <a:gd name="csY3" fmla="*/ 6016042 h 6996298"/>
              <a:gd name="csX4" fmla="*/ 852649 w 5161371"/>
              <a:gd name="csY4" fmla="*/ 6885618 h 6996298"/>
              <a:gd name="csX5" fmla="*/ 638530 w 5161371"/>
              <a:gd name="csY5" fmla="*/ 3739007 h 6996298"/>
              <a:gd name="csX6" fmla="*/ 58817 w 5161371"/>
              <a:gd name="csY6" fmla="*/ 610325 h 6996298"/>
              <a:gd name="csX0" fmla="*/ 55441 w 5211781"/>
              <a:gd name="csY0" fmla="*/ 713475 h 6982907"/>
              <a:gd name="csX1" fmla="*/ 2256729 w 5211781"/>
              <a:gd name="csY1" fmla="*/ 5264 h 6982907"/>
              <a:gd name="csX2" fmla="*/ 4866499 w 5211781"/>
              <a:gd name="csY2" fmla="*/ 919663 h 6982907"/>
              <a:gd name="csX3" fmla="*/ 4749956 w 5211781"/>
              <a:gd name="csY3" fmla="*/ 6002651 h 6982907"/>
              <a:gd name="csX4" fmla="*/ 903059 w 5211781"/>
              <a:gd name="csY4" fmla="*/ 6872227 h 6982907"/>
              <a:gd name="csX5" fmla="*/ 688940 w 5211781"/>
              <a:gd name="csY5" fmla="*/ 3725616 h 6982907"/>
              <a:gd name="csX6" fmla="*/ 55441 w 5211781"/>
              <a:gd name="csY6" fmla="*/ 713475 h 6982907"/>
              <a:gd name="csX0" fmla="*/ 45279 w 5201619"/>
              <a:gd name="csY0" fmla="*/ 713475 h 6982907"/>
              <a:gd name="csX1" fmla="*/ 2246567 w 5201619"/>
              <a:gd name="csY1" fmla="*/ 5264 h 6982907"/>
              <a:gd name="csX2" fmla="*/ 4856337 w 5201619"/>
              <a:gd name="csY2" fmla="*/ 919663 h 6982907"/>
              <a:gd name="csX3" fmla="*/ 4739794 w 5201619"/>
              <a:gd name="csY3" fmla="*/ 6002651 h 6982907"/>
              <a:gd name="csX4" fmla="*/ 892897 w 5201619"/>
              <a:gd name="csY4" fmla="*/ 6872227 h 6982907"/>
              <a:gd name="csX5" fmla="*/ 777390 w 5201619"/>
              <a:gd name="csY5" fmla="*/ 3725616 h 6982907"/>
              <a:gd name="csX6" fmla="*/ 45279 w 5201619"/>
              <a:gd name="csY6" fmla="*/ 713475 h 6982907"/>
              <a:gd name="csX0" fmla="*/ 45279 w 5201619"/>
              <a:gd name="csY0" fmla="*/ 713475 h 6998952"/>
              <a:gd name="csX1" fmla="*/ 2246567 w 5201619"/>
              <a:gd name="csY1" fmla="*/ 5264 h 6998952"/>
              <a:gd name="csX2" fmla="*/ 4856337 w 5201619"/>
              <a:gd name="csY2" fmla="*/ 919663 h 6998952"/>
              <a:gd name="csX3" fmla="*/ 4739794 w 5201619"/>
              <a:gd name="csY3" fmla="*/ 6002651 h 6998952"/>
              <a:gd name="csX4" fmla="*/ 883932 w 5201619"/>
              <a:gd name="csY4" fmla="*/ 6890156 h 6998952"/>
              <a:gd name="csX5" fmla="*/ 777390 w 5201619"/>
              <a:gd name="csY5" fmla="*/ 3725616 h 6998952"/>
              <a:gd name="csX6" fmla="*/ 45279 w 5201619"/>
              <a:gd name="csY6" fmla="*/ 713475 h 6998952"/>
              <a:gd name="csX0" fmla="*/ 45279 w 5143878"/>
              <a:gd name="csY0" fmla="*/ 713475 h 6982323"/>
              <a:gd name="csX1" fmla="*/ 2246567 w 5143878"/>
              <a:gd name="csY1" fmla="*/ 5264 h 6982323"/>
              <a:gd name="csX2" fmla="*/ 4856337 w 5143878"/>
              <a:gd name="csY2" fmla="*/ 919663 h 6982323"/>
              <a:gd name="csX3" fmla="*/ 4614291 w 5143878"/>
              <a:gd name="csY3" fmla="*/ 5895075 h 6982323"/>
              <a:gd name="csX4" fmla="*/ 883932 w 5143878"/>
              <a:gd name="csY4" fmla="*/ 6890156 h 6982323"/>
              <a:gd name="csX5" fmla="*/ 777390 w 5143878"/>
              <a:gd name="csY5" fmla="*/ 3725616 h 6982323"/>
              <a:gd name="csX6" fmla="*/ 45279 w 5143878"/>
              <a:gd name="csY6" fmla="*/ 713475 h 6982323"/>
              <a:gd name="csX0" fmla="*/ 45279 w 5089704"/>
              <a:gd name="csY0" fmla="*/ 765801 h 7034649"/>
              <a:gd name="csX1" fmla="*/ 2246567 w 5089704"/>
              <a:gd name="csY1" fmla="*/ 57590 h 7034649"/>
              <a:gd name="csX2" fmla="*/ 4757728 w 5089704"/>
              <a:gd name="csY2" fmla="*/ 720977 h 7034649"/>
              <a:gd name="csX3" fmla="*/ 4614291 w 5089704"/>
              <a:gd name="csY3" fmla="*/ 5947401 h 7034649"/>
              <a:gd name="csX4" fmla="*/ 883932 w 5089704"/>
              <a:gd name="csY4" fmla="*/ 6942482 h 7034649"/>
              <a:gd name="csX5" fmla="*/ 777390 w 5089704"/>
              <a:gd name="csY5" fmla="*/ 3777942 h 7034649"/>
              <a:gd name="csX6" fmla="*/ 45279 w 5089704"/>
              <a:gd name="csY6" fmla="*/ 765801 h 7034649"/>
              <a:gd name="csX0" fmla="*/ 45279 w 4971054"/>
              <a:gd name="csY0" fmla="*/ 765801 h 7020453"/>
              <a:gd name="csX1" fmla="*/ 2246567 w 4971054"/>
              <a:gd name="csY1" fmla="*/ 57590 h 7020453"/>
              <a:gd name="csX2" fmla="*/ 4757728 w 4971054"/>
              <a:gd name="csY2" fmla="*/ 720977 h 7020453"/>
              <a:gd name="csX3" fmla="*/ 4300529 w 4971054"/>
              <a:gd name="csY3" fmla="*/ 5839825 h 7020453"/>
              <a:gd name="csX4" fmla="*/ 883932 w 4971054"/>
              <a:gd name="csY4" fmla="*/ 6942482 h 7020453"/>
              <a:gd name="csX5" fmla="*/ 777390 w 4971054"/>
              <a:gd name="csY5" fmla="*/ 3777942 h 7020453"/>
              <a:gd name="csX6" fmla="*/ 45279 w 4971054"/>
              <a:gd name="csY6" fmla="*/ 765801 h 7020453"/>
              <a:gd name="csX0" fmla="*/ 45279 w 4971054"/>
              <a:gd name="csY0" fmla="*/ 765801 h 7044407"/>
              <a:gd name="csX1" fmla="*/ 2246567 w 4971054"/>
              <a:gd name="csY1" fmla="*/ 57590 h 7044407"/>
              <a:gd name="csX2" fmla="*/ 4757728 w 4971054"/>
              <a:gd name="csY2" fmla="*/ 720977 h 7044407"/>
              <a:gd name="csX3" fmla="*/ 4300529 w 4971054"/>
              <a:gd name="csY3" fmla="*/ 5839825 h 7044407"/>
              <a:gd name="csX4" fmla="*/ 883932 w 4971054"/>
              <a:gd name="csY4" fmla="*/ 6942482 h 7044407"/>
              <a:gd name="csX5" fmla="*/ 777390 w 4971054"/>
              <a:gd name="csY5" fmla="*/ 3777942 h 7044407"/>
              <a:gd name="csX6" fmla="*/ 45279 w 4971054"/>
              <a:gd name="csY6" fmla="*/ 765801 h 7044407"/>
              <a:gd name="csX0" fmla="*/ 45279 w 5076557"/>
              <a:gd name="csY0" fmla="*/ 765801 h 7044407"/>
              <a:gd name="csX1" fmla="*/ 2246567 w 5076557"/>
              <a:gd name="csY1" fmla="*/ 57590 h 7044407"/>
              <a:gd name="csX2" fmla="*/ 4757728 w 5076557"/>
              <a:gd name="csY2" fmla="*/ 720977 h 7044407"/>
              <a:gd name="csX3" fmla="*/ 4300529 w 5076557"/>
              <a:gd name="csY3" fmla="*/ 5839825 h 7044407"/>
              <a:gd name="csX4" fmla="*/ 883932 w 5076557"/>
              <a:gd name="csY4" fmla="*/ 6942482 h 7044407"/>
              <a:gd name="csX5" fmla="*/ 777390 w 5076557"/>
              <a:gd name="csY5" fmla="*/ 3777942 h 7044407"/>
              <a:gd name="csX6" fmla="*/ 45279 w 5076557"/>
              <a:gd name="csY6" fmla="*/ 765801 h 7044407"/>
              <a:gd name="csX0" fmla="*/ 45279 w 5298120"/>
              <a:gd name="csY0" fmla="*/ 758918 h 7037524"/>
              <a:gd name="csX1" fmla="*/ 2246567 w 5298120"/>
              <a:gd name="csY1" fmla="*/ 50707 h 7037524"/>
              <a:gd name="csX2" fmla="*/ 5089422 w 5298120"/>
              <a:gd name="csY2" fmla="*/ 1771929 h 7037524"/>
              <a:gd name="csX3" fmla="*/ 4300529 w 5298120"/>
              <a:gd name="csY3" fmla="*/ 5832942 h 7037524"/>
              <a:gd name="csX4" fmla="*/ 883932 w 5298120"/>
              <a:gd name="csY4" fmla="*/ 6935599 h 7037524"/>
              <a:gd name="csX5" fmla="*/ 777390 w 5298120"/>
              <a:gd name="csY5" fmla="*/ 3771059 h 7037524"/>
              <a:gd name="csX6" fmla="*/ 45279 w 5298120"/>
              <a:gd name="csY6" fmla="*/ 758918 h 7037524"/>
              <a:gd name="csX0" fmla="*/ 45279 w 5170673"/>
              <a:gd name="csY0" fmla="*/ 758918 h 7037524"/>
              <a:gd name="csX1" fmla="*/ 2246567 w 5170673"/>
              <a:gd name="csY1" fmla="*/ 50707 h 7037524"/>
              <a:gd name="csX2" fmla="*/ 5089422 w 5170673"/>
              <a:gd name="csY2" fmla="*/ 1771929 h 7037524"/>
              <a:gd name="csX3" fmla="*/ 4300529 w 5170673"/>
              <a:gd name="csY3" fmla="*/ 5832942 h 7037524"/>
              <a:gd name="csX4" fmla="*/ 883932 w 5170673"/>
              <a:gd name="csY4" fmla="*/ 6935599 h 7037524"/>
              <a:gd name="csX5" fmla="*/ 777390 w 5170673"/>
              <a:gd name="csY5" fmla="*/ 3771059 h 7037524"/>
              <a:gd name="csX6" fmla="*/ 45279 w 5170673"/>
              <a:gd name="csY6" fmla="*/ 758918 h 7037524"/>
              <a:gd name="csX0" fmla="*/ 99784 w 5225178"/>
              <a:gd name="csY0" fmla="*/ 556845 h 6835451"/>
              <a:gd name="csX1" fmla="*/ 3305119 w 5225178"/>
              <a:gd name="csY1" fmla="*/ 81717 h 6835451"/>
              <a:gd name="csX2" fmla="*/ 5143927 w 5225178"/>
              <a:gd name="csY2" fmla="*/ 1569856 h 6835451"/>
              <a:gd name="csX3" fmla="*/ 4355034 w 5225178"/>
              <a:gd name="csY3" fmla="*/ 5630869 h 6835451"/>
              <a:gd name="csX4" fmla="*/ 938437 w 5225178"/>
              <a:gd name="csY4" fmla="*/ 6733526 h 6835451"/>
              <a:gd name="csX5" fmla="*/ 831895 w 5225178"/>
              <a:gd name="csY5" fmla="*/ 3568986 h 6835451"/>
              <a:gd name="csX6" fmla="*/ 99784 w 5225178"/>
              <a:gd name="csY6" fmla="*/ 556845 h 6835451"/>
              <a:gd name="csX0" fmla="*/ 99784 w 5216847"/>
              <a:gd name="csY0" fmla="*/ 556845 h 6874906"/>
              <a:gd name="csX1" fmla="*/ 3305119 w 5216847"/>
              <a:gd name="csY1" fmla="*/ 81717 h 6874906"/>
              <a:gd name="csX2" fmla="*/ 5143927 w 5216847"/>
              <a:gd name="csY2" fmla="*/ 1569856 h 6874906"/>
              <a:gd name="csX3" fmla="*/ 4319178 w 5216847"/>
              <a:gd name="csY3" fmla="*/ 5828093 h 6874906"/>
              <a:gd name="csX4" fmla="*/ 938437 w 5216847"/>
              <a:gd name="csY4" fmla="*/ 6733526 h 6874906"/>
              <a:gd name="csX5" fmla="*/ 831895 w 5216847"/>
              <a:gd name="csY5" fmla="*/ 3568986 h 6874906"/>
              <a:gd name="csX6" fmla="*/ 99784 w 5216847"/>
              <a:gd name="csY6" fmla="*/ 556845 h 6874906"/>
              <a:gd name="csX0" fmla="*/ 99784 w 5216847"/>
              <a:gd name="csY0" fmla="*/ 556845 h 6709641"/>
              <a:gd name="csX1" fmla="*/ 3305119 w 5216847"/>
              <a:gd name="csY1" fmla="*/ 81717 h 6709641"/>
              <a:gd name="csX2" fmla="*/ 5143927 w 5216847"/>
              <a:gd name="csY2" fmla="*/ 1569856 h 6709641"/>
              <a:gd name="csX3" fmla="*/ 4319178 w 5216847"/>
              <a:gd name="csY3" fmla="*/ 5828093 h 6709641"/>
              <a:gd name="csX4" fmla="*/ 1028084 w 5216847"/>
              <a:gd name="csY4" fmla="*/ 6527337 h 6709641"/>
              <a:gd name="csX5" fmla="*/ 831895 w 5216847"/>
              <a:gd name="csY5" fmla="*/ 3568986 h 6709641"/>
              <a:gd name="csX6" fmla="*/ 99784 w 5216847"/>
              <a:gd name="csY6" fmla="*/ 556845 h 6709641"/>
              <a:gd name="csX0" fmla="*/ 99784 w 5216847"/>
              <a:gd name="csY0" fmla="*/ 556845 h 6777303"/>
              <a:gd name="csX1" fmla="*/ 3305119 w 5216847"/>
              <a:gd name="csY1" fmla="*/ 81717 h 6777303"/>
              <a:gd name="csX2" fmla="*/ 5143927 w 5216847"/>
              <a:gd name="csY2" fmla="*/ 1569856 h 6777303"/>
              <a:gd name="csX3" fmla="*/ 4319178 w 5216847"/>
              <a:gd name="csY3" fmla="*/ 5828093 h 6777303"/>
              <a:gd name="csX4" fmla="*/ 1028084 w 5216847"/>
              <a:gd name="csY4" fmla="*/ 6527337 h 6777303"/>
              <a:gd name="csX5" fmla="*/ 831895 w 5216847"/>
              <a:gd name="csY5" fmla="*/ 3568986 h 6777303"/>
              <a:gd name="csX6" fmla="*/ 99784 w 5216847"/>
              <a:gd name="csY6" fmla="*/ 556845 h 6777303"/>
              <a:gd name="csX0" fmla="*/ 99784 w 5244782"/>
              <a:gd name="csY0" fmla="*/ 556845 h 6706837"/>
              <a:gd name="csX1" fmla="*/ 3305119 w 5244782"/>
              <a:gd name="csY1" fmla="*/ 81717 h 6706837"/>
              <a:gd name="csX2" fmla="*/ 5143927 w 5244782"/>
              <a:gd name="csY2" fmla="*/ 1569856 h 6706837"/>
              <a:gd name="csX3" fmla="*/ 4426754 w 5244782"/>
              <a:gd name="csY3" fmla="*/ 5819128 h 6706837"/>
              <a:gd name="csX4" fmla="*/ 1028084 w 5244782"/>
              <a:gd name="csY4" fmla="*/ 6527337 h 6706837"/>
              <a:gd name="csX5" fmla="*/ 831895 w 5244782"/>
              <a:gd name="csY5" fmla="*/ 3568986 h 6706837"/>
              <a:gd name="csX6" fmla="*/ 99784 w 5244782"/>
              <a:gd name="csY6" fmla="*/ 556845 h 6706837"/>
              <a:gd name="csX0" fmla="*/ 116725 w 5073461"/>
              <a:gd name="csY0" fmla="*/ 405540 h 6815508"/>
              <a:gd name="csX1" fmla="*/ 3133798 w 5073461"/>
              <a:gd name="csY1" fmla="*/ 190388 h 6815508"/>
              <a:gd name="csX2" fmla="*/ 4972606 w 5073461"/>
              <a:gd name="csY2" fmla="*/ 1678527 h 6815508"/>
              <a:gd name="csX3" fmla="*/ 4255433 w 5073461"/>
              <a:gd name="csY3" fmla="*/ 5927799 h 6815508"/>
              <a:gd name="csX4" fmla="*/ 856763 w 5073461"/>
              <a:gd name="csY4" fmla="*/ 6636008 h 6815508"/>
              <a:gd name="csX5" fmla="*/ 660574 w 5073461"/>
              <a:gd name="csY5" fmla="*/ 3677657 h 6815508"/>
              <a:gd name="csX6" fmla="*/ 116725 w 5073461"/>
              <a:gd name="csY6" fmla="*/ 405540 h 6815508"/>
              <a:gd name="csX0" fmla="*/ 153544 w 5110280"/>
              <a:gd name="csY0" fmla="*/ 404467 h 6815760"/>
              <a:gd name="csX1" fmla="*/ 3170617 w 5110280"/>
              <a:gd name="csY1" fmla="*/ 189315 h 6815760"/>
              <a:gd name="csX2" fmla="*/ 5009425 w 5110280"/>
              <a:gd name="csY2" fmla="*/ 1677454 h 6815760"/>
              <a:gd name="csX3" fmla="*/ 4292252 w 5110280"/>
              <a:gd name="csY3" fmla="*/ 5926726 h 6815760"/>
              <a:gd name="csX4" fmla="*/ 893582 w 5110280"/>
              <a:gd name="csY4" fmla="*/ 6634935 h 6815760"/>
              <a:gd name="csX5" fmla="*/ 509134 w 5110280"/>
              <a:gd name="csY5" fmla="*/ 3658654 h 6815760"/>
              <a:gd name="csX6" fmla="*/ 153544 w 5110280"/>
              <a:gd name="csY6" fmla="*/ 404467 h 6815760"/>
              <a:gd name="csX0" fmla="*/ 109977 w 5454962"/>
              <a:gd name="csY0" fmla="*/ 583573 h 6696995"/>
              <a:gd name="csX1" fmla="*/ 3515299 w 5454962"/>
              <a:gd name="csY1" fmla="*/ 70550 h 6696995"/>
              <a:gd name="csX2" fmla="*/ 5354107 w 5454962"/>
              <a:gd name="csY2" fmla="*/ 1558689 h 6696995"/>
              <a:gd name="csX3" fmla="*/ 4636934 w 5454962"/>
              <a:gd name="csY3" fmla="*/ 5807961 h 6696995"/>
              <a:gd name="csX4" fmla="*/ 1238264 w 5454962"/>
              <a:gd name="csY4" fmla="*/ 6516170 h 6696995"/>
              <a:gd name="csX5" fmla="*/ 853816 w 5454962"/>
              <a:gd name="csY5" fmla="*/ 3539889 h 6696995"/>
              <a:gd name="csX6" fmla="*/ 109977 w 5454962"/>
              <a:gd name="csY6" fmla="*/ 583573 h 6696995"/>
              <a:gd name="csX0" fmla="*/ 116776 w 5461761"/>
              <a:gd name="csY0" fmla="*/ 663718 h 6777140"/>
              <a:gd name="csX1" fmla="*/ 3522098 w 5461761"/>
              <a:gd name="csY1" fmla="*/ 150695 h 6777140"/>
              <a:gd name="csX2" fmla="*/ 5360906 w 5461761"/>
              <a:gd name="csY2" fmla="*/ 1638834 h 6777140"/>
              <a:gd name="csX3" fmla="*/ 4643733 w 5461761"/>
              <a:gd name="csY3" fmla="*/ 5888106 h 6777140"/>
              <a:gd name="csX4" fmla="*/ 1245063 w 5461761"/>
              <a:gd name="csY4" fmla="*/ 6596315 h 6777140"/>
              <a:gd name="csX5" fmla="*/ 860615 w 5461761"/>
              <a:gd name="csY5" fmla="*/ 3620034 h 6777140"/>
              <a:gd name="csX6" fmla="*/ 116776 w 5461761"/>
              <a:gd name="csY6" fmla="*/ 663718 h 6777140"/>
              <a:gd name="csX0" fmla="*/ 116776 w 5461761"/>
              <a:gd name="csY0" fmla="*/ 663718 h 6891737"/>
              <a:gd name="csX1" fmla="*/ 3522098 w 5461761"/>
              <a:gd name="csY1" fmla="*/ 150695 h 6891737"/>
              <a:gd name="csX2" fmla="*/ 5360906 w 5461761"/>
              <a:gd name="csY2" fmla="*/ 1638834 h 6891737"/>
              <a:gd name="csX3" fmla="*/ 4643733 w 5461761"/>
              <a:gd name="csY3" fmla="*/ 5888106 h 6891737"/>
              <a:gd name="csX4" fmla="*/ 1112490 w 5461761"/>
              <a:gd name="csY4" fmla="*/ 6740738 h 6891737"/>
              <a:gd name="csX5" fmla="*/ 860615 w 5461761"/>
              <a:gd name="csY5" fmla="*/ 3620034 h 6891737"/>
              <a:gd name="csX6" fmla="*/ 116776 w 5461761"/>
              <a:gd name="csY6" fmla="*/ 663718 h 6891737"/>
              <a:gd name="csX0" fmla="*/ 116776 w 5461761"/>
              <a:gd name="csY0" fmla="*/ 663718 h 6985955"/>
              <a:gd name="csX1" fmla="*/ 3522098 w 5461761"/>
              <a:gd name="csY1" fmla="*/ 150695 h 6985955"/>
              <a:gd name="csX2" fmla="*/ 5360906 w 5461761"/>
              <a:gd name="csY2" fmla="*/ 1638834 h 6985955"/>
              <a:gd name="csX3" fmla="*/ 4643733 w 5461761"/>
              <a:gd name="csY3" fmla="*/ 5888106 h 6985955"/>
              <a:gd name="csX4" fmla="*/ 1112490 w 5461761"/>
              <a:gd name="csY4" fmla="*/ 6740738 h 6985955"/>
              <a:gd name="csX5" fmla="*/ 860615 w 5461761"/>
              <a:gd name="csY5" fmla="*/ 3620034 h 6985955"/>
              <a:gd name="csX6" fmla="*/ 116776 w 5461761"/>
              <a:gd name="csY6" fmla="*/ 663718 h 6985955"/>
              <a:gd name="csX0" fmla="*/ 116776 w 5593010"/>
              <a:gd name="csY0" fmla="*/ 663718 h 6878706"/>
              <a:gd name="csX1" fmla="*/ 3522098 w 5593010"/>
              <a:gd name="csY1" fmla="*/ 150695 h 6878706"/>
              <a:gd name="csX2" fmla="*/ 5360906 w 5593010"/>
              <a:gd name="csY2" fmla="*/ 1638834 h 6878706"/>
              <a:gd name="csX3" fmla="*/ 4956229 w 5593010"/>
              <a:gd name="csY3" fmla="*/ 5833948 h 6878706"/>
              <a:gd name="csX4" fmla="*/ 1112490 w 5593010"/>
              <a:gd name="csY4" fmla="*/ 6740738 h 6878706"/>
              <a:gd name="csX5" fmla="*/ 860615 w 5593010"/>
              <a:gd name="csY5" fmla="*/ 3620034 h 6878706"/>
              <a:gd name="csX6" fmla="*/ 116776 w 5593010"/>
              <a:gd name="csY6" fmla="*/ 663718 h 6878706"/>
              <a:gd name="csX0" fmla="*/ 116776 w 5593010"/>
              <a:gd name="csY0" fmla="*/ 663718 h 6884037"/>
              <a:gd name="csX1" fmla="*/ 3522098 w 5593010"/>
              <a:gd name="csY1" fmla="*/ 150695 h 6884037"/>
              <a:gd name="csX2" fmla="*/ 5360906 w 5593010"/>
              <a:gd name="csY2" fmla="*/ 1638834 h 6884037"/>
              <a:gd name="csX3" fmla="*/ 4956229 w 5593010"/>
              <a:gd name="csY3" fmla="*/ 5833948 h 6884037"/>
              <a:gd name="csX4" fmla="*/ 1112490 w 5593010"/>
              <a:gd name="csY4" fmla="*/ 6740738 h 6884037"/>
              <a:gd name="csX5" fmla="*/ 860615 w 5593010"/>
              <a:gd name="csY5" fmla="*/ 3620034 h 6884037"/>
              <a:gd name="csX6" fmla="*/ 116776 w 5593010"/>
              <a:gd name="csY6" fmla="*/ 663718 h 6884037"/>
              <a:gd name="csX0" fmla="*/ 116776 w 5430174"/>
              <a:gd name="csY0" fmla="*/ 663718 h 6884037"/>
              <a:gd name="csX1" fmla="*/ 3522098 w 5430174"/>
              <a:gd name="csY1" fmla="*/ 150695 h 6884037"/>
              <a:gd name="csX2" fmla="*/ 5360906 w 5430174"/>
              <a:gd name="csY2" fmla="*/ 1638834 h 6884037"/>
              <a:gd name="csX3" fmla="*/ 4956229 w 5430174"/>
              <a:gd name="csY3" fmla="*/ 5833948 h 6884037"/>
              <a:gd name="csX4" fmla="*/ 1112490 w 5430174"/>
              <a:gd name="csY4" fmla="*/ 6740738 h 6884037"/>
              <a:gd name="csX5" fmla="*/ 860615 w 5430174"/>
              <a:gd name="csY5" fmla="*/ 3620034 h 6884037"/>
              <a:gd name="csX6" fmla="*/ 116776 w 5430174"/>
              <a:gd name="csY6" fmla="*/ 663718 h 6884037"/>
              <a:gd name="csX0" fmla="*/ 116776 w 5596248"/>
              <a:gd name="csY0" fmla="*/ 663718 h 6849503"/>
              <a:gd name="csX1" fmla="*/ 3522098 w 5596248"/>
              <a:gd name="csY1" fmla="*/ 150695 h 6849503"/>
              <a:gd name="csX2" fmla="*/ 5360906 w 5596248"/>
              <a:gd name="csY2" fmla="*/ 1638834 h 6849503"/>
              <a:gd name="csX3" fmla="*/ 5316072 w 5596248"/>
              <a:gd name="csY3" fmla="*/ 5671473 h 6849503"/>
              <a:gd name="csX4" fmla="*/ 1112490 w 5596248"/>
              <a:gd name="csY4" fmla="*/ 6740738 h 6849503"/>
              <a:gd name="csX5" fmla="*/ 860615 w 5596248"/>
              <a:gd name="csY5" fmla="*/ 3620034 h 6849503"/>
              <a:gd name="csX6" fmla="*/ 116776 w 5596248"/>
              <a:gd name="csY6" fmla="*/ 663718 h 6849503"/>
              <a:gd name="csX0" fmla="*/ 116776 w 5596248"/>
              <a:gd name="csY0" fmla="*/ 663718 h 6902241"/>
              <a:gd name="csX1" fmla="*/ 3522098 w 5596248"/>
              <a:gd name="csY1" fmla="*/ 150695 h 6902241"/>
              <a:gd name="csX2" fmla="*/ 5360906 w 5596248"/>
              <a:gd name="csY2" fmla="*/ 1638834 h 6902241"/>
              <a:gd name="csX3" fmla="*/ 5316072 w 5596248"/>
              <a:gd name="csY3" fmla="*/ 5671473 h 6902241"/>
              <a:gd name="csX4" fmla="*/ 1112490 w 5596248"/>
              <a:gd name="csY4" fmla="*/ 6740738 h 6902241"/>
              <a:gd name="csX5" fmla="*/ 860615 w 5596248"/>
              <a:gd name="csY5" fmla="*/ 3620034 h 6902241"/>
              <a:gd name="csX6" fmla="*/ 116776 w 5596248"/>
              <a:gd name="csY6" fmla="*/ 663718 h 6902241"/>
              <a:gd name="csX0" fmla="*/ 137004 w 5616476"/>
              <a:gd name="csY0" fmla="*/ 576037 h 6814560"/>
              <a:gd name="csX1" fmla="*/ 3987398 w 5616476"/>
              <a:gd name="csY1" fmla="*/ 72041 h 6814560"/>
              <a:gd name="csX2" fmla="*/ 5381134 w 5616476"/>
              <a:gd name="csY2" fmla="*/ 1551153 h 6814560"/>
              <a:gd name="csX3" fmla="*/ 5336300 w 5616476"/>
              <a:gd name="csY3" fmla="*/ 5583792 h 6814560"/>
              <a:gd name="csX4" fmla="*/ 1132718 w 5616476"/>
              <a:gd name="csY4" fmla="*/ 6653057 h 6814560"/>
              <a:gd name="csX5" fmla="*/ 880843 w 5616476"/>
              <a:gd name="csY5" fmla="*/ 3532353 h 6814560"/>
              <a:gd name="csX6" fmla="*/ 137004 w 5616476"/>
              <a:gd name="csY6" fmla="*/ 576037 h 6814560"/>
              <a:gd name="csX0" fmla="*/ 137004 w 5732526"/>
              <a:gd name="csY0" fmla="*/ 557687 h 6796210"/>
              <a:gd name="csX1" fmla="*/ 3987398 w 5732526"/>
              <a:gd name="csY1" fmla="*/ 53691 h 6796210"/>
              <a:gd name="csX2" fmla="*/ 5627346 w 5732526"/>
              <a:gd name="csY2" fmla="*/ 1280063 h 6796210"/>
              <a:gd name="csX3" fmla="*/ 5336300 w 5732526"/>
              <a:gd name="csY3" fmla="*/ 5565442 h 6796210"/>
              <a:gd name="csX4" fmla="*/ 1132718 w 5732526"/>
              <a:gd name="csY4" fmla="*/ 6634707 h 6796210"/>
              <a:gd name="csX5" fmla="*/ 880843 w 5732526"/>
              <a:gd name="csY5" fmla="*/ 3514003 h 6796210"/>
              <a:gd name="csX6" fmla="*/ 137004 w 5732526"/>
              <a:gd name="csY6" fmla="*/ 557687 h 6796210"/>
              <a:gd name="csX0" fmla="*/ 164218 w 5759740"/>
              <a:gd name="csY0" fmla="*/ 563773 h 6787061"/>
              <a:gd name="csX1" fmla="*/ 4014612 w 5759740"/>
              <a:gd name="csY1" fmla="*/ 59777 h 6787061"/>
              <a:gd name="csX2" fmla="*/ 5654560 w 5759740"/>
              <a:gd name="csY2" fmla="*/ 1286149 h 6787061"/>
              <a:gd name="csX3" fmla="*/ 5363514 w 5759740"/>
              <a:gd name="csY3" fmla="*/ 5571528 h 6787061"/>
              <a:gd name="csX4" fmla="*/ 1159932 w 5759740"/>
              <a:gd name="csY4" fmla="*/ 6640793 h 6787061"/>
              <a:gd name="csX5" fmla="*/ 747076 w 5759740"/>
              <a:gd name="csY5" fmla="*/ 3727696 h 6787061"/>
              <a:gd name="csX6" fmla="*/ 164218 w 5759740"/>
              <a:gd name="csY6" fmla="*/ 563773 h 6787061"/>
              <a:gd name="csX0" fmla="*/ 138471 w 5733993"/>
              <a:gd name="csY0" fmla="*/ 563494 h 6787446"/>
              <a:gd name="csX1" fmla="*/ 3988865 w 5733993"/>
              <a:gd name="csY1" fmla="*/ 59498 h 6787446"/>
              <a:gd name="csX2" fmla="*/ 5628813 w 5733993"/>
              <a:gd name="csY2" fmla="*/ 1285870 h 6787446"/>
              <a:gd name="csX3" fmla="*/ 5337767 w 5733993"/>
              <a:gd name="csY3" fmla="*/ 5571249 h 6787446"/>
              <a:gd name="csX4" fmla="*/ 1134185 w 5733993"/>
              <a:gd name="csY4" fmla="*/ 6640514 h 6787446"/>
              <a:gd name="csX5" fmla="*/ 872842 w 5733993"/>
              <a:gd name="csY5" fmla="*/ 3718391 h 6787446"/>
              <a:gd name="csX6" fmla="*/ 138471 w 5733993"/>
              <a:gd name="csY6" fmla="*/ 563494 h 6787446"/>
              <a:gd name="csX0" fmla="*/ 138471 w 5733993"/>
              <a:gd name="csY0" fmla="*/ 563494 h 6852869"/>
              <a:gd name="csX1" fmla="*/ 3988865 w 5733993"/>
              <a:gd name="csY1" fmla="*/ 59498 h 6852869"/>
              <a:gd name="csX2" fmla="*/ 5628813 w 5733993"/>
              <a:gd name="csY2" fmla="*/ 1285870 h 6852869"/>
              <a:gd name="csX3" fmla="*/ 5337767 w 5733993"/>
              <a:gd name="csY3" fmla="*/ 5571249 h 6852869"/>
              <a:gd name="csX4" fmla="*/ 1191003 w 5733993"/>
              <a:gd name="csY4" fmla="*/ 6721752 h 6852869"/>
              <a:gd name="csX5" fmla="*/ 872842 w 5733993"/>
              <a:gd name="csY5" fmla="*/ 3718391 h 6852869"/>
              <a:gd name="csX6" fmla="*/ 138471 w 5733993"/>
              <a:gd name="csY6" fmla="*/ 563494 h 6852869"/>
              <a:gd name="csX0" fmla="*/ 302492 w 5074241"/>
              <a:gd name="csY0" fmla="*/ 373611 h 7015156"/>
              <a:gd name="csX1" fmla="*/ 3329113 w 5074241"/>
              <a:gd name="csY1" fmla="*/ 221785 h 7015156"/>
              <a:gd name="csX2" fmla="*/ 4969061 w 5074241"/>
              <a:gd name="csY2" fmla="*/ 1448157 h 7015156"/>
              <a:gd name="csX3" fmla="*/ 4678015 w 5074241"/>
              <a:gd name="csY3" fmla="*/ 5733536 h 7015156"/>
              <a:gd name="csX4" fmla="*/ 531251 w 5074241"/>
              <a:gd name="csY4" fmla="*/ 6884039 h 7015156"/>
              <a:gd name="csX5" fmla="*/ 213090 w 5074241"/>
              <a:gd name="csY5" fmla="*/ 3880678 h 7015156"/>
              <a:gd name="csX6" fmla="*/ 302492 w 5074241"/>
              <a:gd name="csY6" fmla="*/ 373611 h 7015156"/>
              <a:gd name="csX0" fmla="*/ 195674 w 4967423"/>
              <a:gd name="csY0" fmla="*/ 373986 h 7015128"/>
              <a:gd name="csX1" fmla="*/ 3222295 w 4967423"/>
              <a:gd name="csY1" fmla="*/ 222160 h 7015128"/>
              <a:gd name="csX2" fmla="*/ 4862243 w 4967423"/>
              <a:gd name="csY2" fmla="*/ 1448532 h 7015128"/>
              <a:gd name="csX3" fmla="*/ 4571197 w 4967423"/>
              <a:gd name="csY3" fmla="*/ 5733911 h 7015128"/>
              <a:gd name="csX4" fmla="*/ 424433 w 4967423"/>
              <a:gd name="csY4" fmla="*/ 6884414 h 7015128"/>
              <a:gd name="csX5" fmla="*/ 390208 w 4967423"/>
              <a:gd name="csY5" fmla="*/ 3886654 h 7015128"/>
              <a:gd name="csX6" fmla="*/ 195674 w 4967423"/>
              <a:gd name="csY6" fmla="*/ 373986 h 7015128"/>
              <a:gd name="csX0" fmla="*/ 192259 w 4964008"/>
              <a:gd name="csY0" fmla="*/ 284746 h 6925888"/>
              <a:gd name="csX1" fmla="*/ 3172467 w 4964008"/>
              <a:gd name="csY1" fmla="*/ 335807 h 6925888"/>
              <a:gd name="csX2" fmla="*/ 4858828 w 4964008"/>
              <a:gd name="csY2" fmla="*/ 1359292 h 6925888"/>
              <a:gd name="csX3" fmla="*/ 4567782 w 4964008"/>
              <a:gd name="csY3" fmla="*/ 5644671 h 6925888"/>
              <a:gd name="csX4" fmla="*/ 421018 w 4964008"/>
              <a:gd name="csY4" fmla="*/ 6795174 h 6925888"/>
              <a:gd name="csX5" fmla="*/ 386793 w 4964008"/>
              <a:gd name="csY5" fmla="*/ 3797414 h 6925888"/>
              <a:gd name="csX6" fmla="*/ 192259 w 4964008"/>
              <a:gd name="csY6" fmla="*/ 284746 h 6925888"/>
              <a:gd name="csX0" fmla="*/ 192259 w 5064538"/>
              <a:gd name="csY0" fmla="*/ 281800 h 6922942"/>
              <a:gd name="csX1" fmla="*/ 3172467 w 5064538"/>
              <a:gd name="csY1" fmla="*/ 332861 h 6922942"/>
              <a:gd name="csX2" fmla="*/ 5002162 w 5064538"/>
              <a:gd name="csY2" fmla="*/ 1286385 h 6922942"/>
              <a:gd name="csX3" fmla="*/ 4567782 w 5064538"/>
              <a:gd name="csY3" fmla="*/ 5641725 h 6922942"/>
              <a:gd name="csX4" fmla="*/ 421018 w 5064538"/>
              <a:gd name="csY4" fmla="*/ 6792228 h 6922942"/>
              <a:gd name="csX5" fmla="*/ 386793 w 5064538"/>
              <a:gd name="csY5" fmla="*/ 3794468 h 6922942"/>
              <a:gd name="csX6" fmla="*/ 192259 w 5064538"/>
              <a:gd name="csY6" fmla="*/ 281800 h 6922942"/>
              <a:gd name="csX0" fmla="*/ 192259 w 5032433"/>
              <a:gd name="csY0" fmla="*/ 281800 h 6835614"/>
              <a:gd name="csX1" fmla="*/ 3172467 w 5032433"/>
              <a:gd name="csY1" fmla="*/ 332861 h 6835614"/>
              <a:gd name="csX2" fmla="*/ 5002162 w 5032433"/>
              <a:gd name="csY2" fmla="*/ 1286385 h 6835614"/>
              <a:gd name="csX3" fmla="*/ 4313357 w 5032433"/>
              <a:gd name="csY3" fmla="*/ 5111522 h 6835614"/>
              <a:gd name="csX4" fmla="*/ 421018 w 5032433"/>
              <a:gd name="csY4" fmla="*/ 6792228 h 6835614"/>
              <a:gd name="csX5" fmla="*/ 386793 w 5032433"/>
              <a:gd name="csY5" fmla="*/ 3794468 h 6835614"/>
              <a:gd name="csX6" fmla="*/ 192259 w 5032433"/>
              <a:gd name="csY6" fmla="*/ 281800 h 6835614"/>
              <a:gd name="csX0" fmla="*/ 192259 w 5032433"/>
              <a:gd name="csY0" fmla="*/ 281800 h 7054382"/>
              <a:gd name="csX1" fmla="*/ 3172467 w 5032433"/>
              <a:gd name="csY1" fmla="*/ 332861 h 7054382"/>
              <a:gd name="csX2" fmla="*/ 5002162 w 5032433"/>
              <a:gd name="csY2" fmla="*/ 1286385 h 7054382"/>
              <a:gd name="csX3" fmla="*/ 4313357 w 5032433"/>
              <a:gd name="csY3" fmla="*/ 5111522 h 7054382"/>
              <a:gd name="csX4" fmla="*/ 2445058 w 5032433"/>
              <a:gd name="csY4" fmla="*/ 6710969 h 7054382"/>
              <a:gd name="csX5" fmla="*/ 421018 w 5032433"/>
              <a:gd name="csY5" fmla="*/ 6792228 h 7054382"/>
              <a:gd name="csX6" fmla="*/ 386793 w 5032433"/>
              <a:gd name="csY6" fmla="*/ 3794468 h 7054382"/>
              <a:gd name="csX7" fmla="*/ 192259 w 5032433"/>
              <a:gd name="csY7" fmla="*/ 281800 h 7054382"/>
              <a:gd name="csX0" fmla="*/ 192259 w 5032433"/>
              <a:gd name="csY0" fmla="*/ 281800 h 6956996"/>
              <a:gd name="csX1" fmla="*/ 3172467 w 5032433"/>
              <a:gd name="csY1" fmla="*/ 332861 h 6956996"/>
              <a:gd name="csX2" fmla="*/ 5002162 w 5032433"/>
              <a:gd name="csY2" fmla="*/ 1286385 h 6956996"/>
              <a:gd name="csX3" fmla="*/ 4313357 w 5032433"/>
              <a:gd name="csY3" fmla="*/ 5111522 h 6956996"/>
              <a:gd name="csX4" fmla="*/ 2445058 w 5032433"/>
              <a:gd name="csY4" fmla="*/ 6710969 h 6956996"/>
              <a:gd name="csX5" fmla="*/ 666626 w 5032433"/>
              <a:gd name="csY5" fmla="*/ 6627983 h 6956996"/>
              <a:gd name="csX6" fmla="*/ 386793 w 5032433"/>
              <a:gd name="csY6" fmla="*/ 3794468 h 6956996"/>
              <a:gd name="csX7" fmla="*/ 192259 w 5032433"/>
              <a:gd name="csY7" fmla="*/ 281800 h 6956996"/>
              <a:gd name="csX0" fmla="*/ 192259 w 5032433"/>
              <a:gd name="csY0" fmla="*/ 281800 h 6866647"/>
              <a:gd name="csX1" fmla="*/ 3172467 w 5032433"/>
              <a:gd name="csY1" fmla="*/ 332861 h 6866647"/>
              <a:gd name="csX2" fmla="*/ 5002162 w 5032433"/>
              <a:gd name="csY2" fmla="*/ 1286385 h 6866647"/>
              <a:gd name="csX3" fmla="*/ 4313357 w 5032433"/>
              <a:gd name="csY3" fmla="*/ 5111522 h 6866647"/>
              <a:gd name="csX4" fmla="*/ 2445058 w 5032433"/>
              <a:gd name="csY4" fmla="*/ 6710969 h 6866647"/>
              <a:gd name="csX5" fmla="*/ 666626 w 5032433"/>
              <a:gd name="csY5" fmla="*/ 6627983 h 6866647"/>
              <a:gd name="csX6" fmla="*/ 52400 w 5032433"/>
              <a:gd name="csY6" fmla="*/ 5380499 h 6866647"/>
              <a:gd name="csX7" fmla="*/ 386793 w 5032433"/>
              <a:gd name="csY7" fmla="*/ 3794468 h 6866647"/>
              <a:gd name="csX8" fmla="*/ 192259 w 5032433"/>
              <a:gd name="csY8" fmla="*/ 281800 h 6866647"/>
              <a:gd name="csX0" fmla="*/ 192259 w 5032433"/>
              <a:gd name="csY0" fmla="*/ 281800 h 6869630"/>
              <a:gd name="csX1" fmla="*/ 3172467 w 5032433"/>
              <a:gd name="csY1" fmla="*/ 332861 h 6869630"/>
              <a:gd name="csX2" fmla="*/ 5002162 w 5032433"/>
              <a:gd name="csY2" fmla="*/ 1286385 h 6869630"/>
              <a:gd name="csX3" fmla="*/ 4313357 w 5032433"/>
              <a:gd name="csY3" fmla="*/ 5111522 h 6869630"/>
              <a:gd name="csX4" fmla="*/ 2445058 w 5032433"/>
              <a:gd name="csY4" fmla="*/ 6710969 h 6869630"/>
              <a:gd name="csX5" fmla="*/ 416291 w 5032433"/>
              <a:gd name="csY5" fmla="*/ 6636484 h 6869630"/>
              <a:gd name="csX6" fmla="*/ 52400 w 5032433"/>
              <a:gd name="csY6" fmla="*/ 5380499 h 6869630"/>
              <a:gd name="csX7" fmla="*/ 386793 w 5032433"/>
              <a:gd name="csY7" fmla="*/ 3794468 h 6869630"/>
              <a:gd name="csX8" fmla="*/ 192259 w 5032433"/>
              <a:gd name="csY8" fmla="*/ 281800 h 6869630"/>
              <a:gd name="csX0" fmla="*/ 192420 w 5032594"/>
              <a:gd name="csY0" fmla="*/ 224784 h 6812614"/>
              <a:gd name="csX1" fmla="*/ 3174832 w 5032594"/>
              <a:gd name="csY1" fmla="*/ 449457 h 6812614"/>
              <a:gd name="csX2" fmla="*/ 5002323 w 5032594"/>
              <a:gd name="csY2" fmla="*/ 1229369 h 6812614"/>
              <a:gd name="csX3" fmla="*/ 4313518 w 5032594"/>
              <a:gd name="csY3" fmla="*/ 5054506 h 6812614"/>
              <a:gd name="csX4" fmla="*/ 2445219 w 5032594"/>
              <a:gd name="csY4" fmla="*/ 6653953 h 6812614"/>
              <a:gd name="csX5" fmla="*/ 416452 w 5032594"/>
              <a:gd name="csY5" fmla="*/ 6579468 h 6812614"/>
              <a:gd name="csX6" fmla="*/ 52561 w 5032594"/>
              <a:gd name="csY6" fmla="*/ 5323483 h 6812614"/>
              <a:gd name="csX7" fmla="*/ 386954 w 5032594"/>
              <a:gd name="csY7" fmla="*/ 3737452 h 6812614"/>
              <a:gd name="csX8" fmla="*/ 192420 w 5032594"/>
              <a:gd name="csY8" fmla="*/ 224784 h 6812614"/>
              <a:gd name="csX0" fmla="*/ 192420 w 5122055"/>
              <a:gd name="csY0" fmla="*/ 221538 h 6809368"/>
              <a:gd name="csX1" fmla="*/ 3174832 w 5122055"/>
              <a:gd name="csY1" fmla="*/ 446211 h 6809368"/>
              <a:gd name="csX2" fmla="*/ 5097146 w 5122055"/>
              <a:gd name="csY2" fmla="*/ 1121611 h 6809368"/>
              <a:gd name="csX3" fmla="*/ 4313518 w 5122055"/>
              <a:gd name="csY3" fmla="*/ 5051260 h 6809368"/>
              <a:gd name="csX4" fmla="*/ 2445219 w 5122055"/>
              <a:gd name="csY4" fmla="*/ 6650707 h 6809368"/>
              <a:gd name="csX5" fmla="*/ 416452 w 5122055"/>
              <a:gd name="csY5" fmla="*/ 6576222 h 6809368"/>
              <a:gd name="csX6" fmla="*/ 52561 w 5122055"/>
              <a:gd name="csY6" fmla="*/ 5320237 h 6809368"/>
              <a:gd name="csX7" fmla="*/ 386954 w 5122055"/>
              <a:gd name="csY7" fmla="*/ 3734206 h 6809368"/>
              <a:gd name="csX8" fmla="*/ 192420 w 5122055"/>
              <a:gd name="csY8" fmla="*/ 221538 h 6809368"/>
              <a:gd name="csX0" fmla="*/ 208519 w 5138154"/>
              <a:gd name="csY0" fmla="*/ 156038 h 6743868"/>
              <a:gd name="csX1" fmla="*/ 3409657 w 5138154"/>
              <a:gd name="csY1" fmla="*/ 659374 h 6743868"/>
              <a:gd name="csX2" fmla="*/ 5113245 w 5138154"/>
              <a:gd name="csY2" fmla="*/ 1056111 h 6743868"/>
              <a:gd name="csX3" fmla="*/ 4329617 w 5138154"/>
              <a:gd name="csY3" fmla="*/ 4985760 h 6743868"/>
              <a:gd name="csX4" fmla="*/ 2461318 w 5138154"/>
              <a:gd name="csY4" fmla="*/ 6585207 h 6743868"/>
              <a:gd name="csX5" fmla="*/ 432551 w 5138154"/>
              <a:gd name="csY5" fmla="*/ 6510722 h 6743868"/>
              <a:gd name="csX6" fmla="*/ 68660 w 5138154"/>
              <a:gd name="csY6" fmla="*/ 5254737 h 6743868"/>
              <a:gd name="csX7" fmla="*/ 403053 w 5138154"/>
              <a:gd name="csY7" fmla="*/ 3668706 h 6743868"/>
              <a:gd name="csX8" fmla="*/ 208519 w 5138154"/>
              <a:gd name="csY8" fmla="*/ 156038 h 6743868"/>
              <a:gd name="csX0" fmla="*/ 208519 w 5323796"/>
              <a:gd name="csY0" fmla="*/ 149464 h 6737294"/>
              <a:gd name="csX1" fmla="*/ 3409657 w 5323796"/>
              <a:gd name="csY1" fmla="*/ 652800 h 6737294"/>
              <a:gd name="csX2" fmla="*/ 5305618 w 5323796"/>
              <a:gd name="csY2" fmla="*/ 694995 h 6737294"/>
              <a:gd name="csX3" fmla="*/ 4329617 w 5323796"/>
              <a:gd name="csY3" fmla="*/ 4979186 h 6737294"/>
              <a:gd name="csX4" fmla="*/ 2461318 w 5323796"/>
              <a:gd name="csY4" fmla="*/ 6578633 h 6737294"/>
              <a:gd name="csX5" fmla="*/ 432551 w 5323796"/>
              <a:gd name="csY5" fmla="*/ 6504148 h 6737294"/>
              <a:gd name="csX6" fmla="*/ 68660 w 5323796"/>
              <a:gd name="csY6" fmla="*/ 5248163 h 6737294"/>
              <a:gd name="csX7" fmla="*/ 403053 w 5323796"/>
              <a:gd name="csY7" fmla="*/ 3662132 h 6737294"/>
              <a:gd name="csX8" fmla="*/ 208519 w 5323796"/>
              <a:gd name="csY8" fmla="*/ 149464 h 6737294"/>
              <a:gd name="csX0" fmla="*/ 223302 w 5275890"/>
              <a:gd name="csY0" fmla="*/ 127867 h 6970895"/>
              <a:gd name="csX1" fmla="*/ 3361751 w 5275890"/>
              <a:gd name="csY1" fmla="*/ 886401 h 6970895"/>
              <a:gd name="csX2" fmla="*/ 5257712 w 5275890"/>
              <a:gd name="csY2" fmla="*/ 928596 h 6970895"/>
              <a:gd name="csX3" fmla="*/ 4281711 w 5275890"/>
              <a:gd name="csY3" fmla="*/ 5212787 h 6970895"/>
              <a:gd name="csX4" fmla="*/ 2413412 w 5275890"/>
              <a:gd name="csY4" fmla="*/ 6812234 h 6970895"/>
              <a:gd name="csX5" fmla="*/ 384645 w 5275890"/>
              <a:gd name="csY5" fmla="*/ 6737749 h 6970895"/>
              <a:gd name="csX6" fmla="*/ 20754 w 5275890"/>
              <a:gd name="csY6" fmla="*/ 5481764 h 6970895"/>
              <a:gd name="csX7" fmla="*/ 355147 w 5275890"/>
              <a:gd name="csY7" fmla="*/ 3895733 h 6970895"/>
              <a:gd name="csX8" fmla="*/ 223302 w 5275890"/>
              <a:gd name="csY8" fmla="*/ 127867 h 6970895"/>
              <a:gd name="csX0" fmla="*/ 208185 w 5260773"/>
              <a:gd name="csY0" fmla="*/ 47640 h 6890668"/>
              <a:gd name="csX1" fmla="*/ 3346634 w 5260773"/>
              <a:gd name="csY1" fmla="*/ 806174 h 6890668"/>
              <a:gd name="csX2" fmla="*/ 5242595 w 5260773"/>
              <a:gd name="csY2" fmla="*/ 848369 h 6890668"/>
              <a:gd name="csX3" fmla="*/ 4266594 w 5260773"/>
              <a:gd name="csY3" fmla="*/ 5132560 h 6890668"/>
              <a:gd name="csX4" fmla="*/ 2398295 w 5260773"/>
              <a:gd name="csY4" fmla="*/ 6732007 h 6890668"/>
              <a:gd name="csX5" fmla="*/ 369528 w 5260773"/>
              <a:gd name="csY5" fmla="*/ 6657522 h 6890668"/>
              <a:gd name="csX6" fmla="*/ 5637 w 5260773"/>
              <a:gd name="csY6" fmla="*/ 5401537 h 6890668"/>
              <a:gd name="csX7" fmla="*/ 340030 w 5260773"/>
              <a:gd name="csY7" fmla="*/ 3815506 h 6890668"/>
              <a:gd name="csX8" fmla="*/ 208185 w 5260773"/>
              <a:gd name="csY8" fmla="*/ 47640 h 6890668"/>
              <a:gd name="csX0" fmla="*/ 206125 w 5258713"/>
              <a:gd name="csY0" fmla="*/ 53095 h 6896123"/>
              <a:gd name="csX1" fmla="*/ 3344574 w 5258713"/>
              <a:gd name="csY1" fmla="*/ 811629 h 6896123"/>
              <a:gd name="csX2" fmla="*/ 5240535 w 5258713"/>
              <a:gd name="csY2" fmla="*/ 853824 h 6896123"/>
              <a:gd name="csX3" fmla="*/ 4264534 w 5258713"/>
              <a:gd name="csY3" fmla="*/ 5138015 h 6896123"/>
              <a:gd name="csX4" fmla="*/ 2396235 w 5258713"/>
              <a:gd name="csY4" fmla="*/ 6737462 h 6896123"/>
              <a:gd name="csX5" fmla="*/ 367468 w 5258713"/>
              <a:gd name="csY5" fmla="*/ 6662977 h 6896123"/>
              <a:gd name="csX6" fmla="*/ 3577 w 5258713"/>
              <a:gd name="csY6" fmla="*/ 5406992 h 6896123"/>
              <a:gd name="csX7" fmla="*/ 337970 w 5258713"/>
              <a:gd name="csY7" fmla="*/ 3820961 h 6896123"/>
              <a:gd name="csX8" fmla="*/ 206125 w 5258713"/>
              <a:gd name="csY8" fmla="*/ 53095 h 6896123"/>
              <a:gd name="csX0" fmla="*/ 206125 w 5258713"/>
              <a:gd name="csY0" fmla="*/ 82499 h 6925527"/>
              <a:gd name="csX1" fmla="*/ 3344574 w 5258713"/>
              <a:gd name="csY1" fmla="*/ 841033 h 6925527"/>
              <a:gd name="csX2" fmla="*/ 5240535 w 5258713"/>
              <a:gd name="csY2" fmla="*/ 883228 h 6925527"/>
              <a:gd name="csX3" fmla="*/ 4264534 w 5258713"/>
              <a:gd name="csY3" fmla="*/ 5167419 h 6925527"/>
              <a:gd name="csX4" fmla="*/ 2396235 w 5258713"/>
              <a:gd name="csY4" fmla="*/ 6766866 h 6925527"/>
              <a:gd name="csX5" fmla="*/ 367468 w 5258713"/>
              <a:gd name="csY5" fmla="*/ 6692381 h 6925527"/>
              <a:gd name="csX6" fmla="*/ 3577 w 5258713"/>
              <a:gd name="csY6" fmla="*/ 5436396 h 6925527"/>
              <a:gd name="csX7" fmla="*/ 337970 w 5258713"/>
              <a:gd name="csY7" fmla="*/ 3850365 h 6925527"/>
              <a:gd name="csX8" fmla="*/ 206125 w 5258713"/>
              <a:gd name="csY8" fmla="*/ 82499 h 6925527"/>
              <a:gd name="csX0" fmla="*/ 204893 w 5257481"/>
              <a:gd name="csY0" fmla="*/ 113063 h 6956091"/>
              <a:gd name="csX1" fmla="*/ 3343342 w 5257481"/>
              <a:gd name="csY1" fmla="*/ 871597 h 6956091"/>
              <a:gd name="csX2" fmla="*/ 5239303 w 5257481"/>
              <a:gd name="csY2" fmla="*/ 913792 h 6956091"/>
              <a:gd name="csX3" fmla="*/ 4263302 w 5257481"/>
              <a:gd name="csY3" fmla="*/ 5197983 h 6956091"/>
              <a:gd name="csX4" fmla="*/ 2395003 w 5257481"/>
              <a:gd name="csY4" fmla="*/ 6797430 h 6956091"/>
              <a:gd name="csX5" fmla="*/ 366236 w 5257481"/>
              <a:gd name="csY5" fmla="*/ 6722945 h 6956091"/>
              <a:gd name="csX6" fmla="*/ 2345 w 5257481"/>
              <a:gd name="csY6" fmla="*/ 5466960 h 6956091"/>
              <a:gd name="csX7" fmla="*/ 576258 w 5257481"/>
              <a:gd name="csY7" fmla="*/ 3633698 h 6956091"/>
              <a:gd name="csX8" fmla="*/ 204893 w 5257481"/>
              <a:gd name="csY8" fmla="*/ 113063 h 6956091"/>
              <a:gd name="csX0" fmla="*/ 324311 w 5376899"/>
              <a:gd name="csY0" fmla="*/ 113063 h 6956359"/>
              <a:gd name="csX1" fmla="*/ 3462760 w 5376899"/>
              <a:gd name="csY1" fmla="*/ 871597 h 6956359"/>
              <a:gd name="csX2" fmla="*/ 5358721 w 5376899"/>
              <a:gd name="csY2" fmla="*/ 913792 h 6956359"/>
              <a:gd name="csX3" fmla="*/ 4382720 w 5376899"/>
              <a:gd name="csY3" fmla="*/ 5197983 h 6956359"/>
              <a:gd name="csX4" fmla="*/ 2514421 w 5376899"/>
              <a:gd name="csY4" fmla="*/ 6797430 h 6956359"/>
              <a:gd name="csX5" fmla="*/ 183027 w 5376899"/>
              <a:gd name="csY5" fmla="*/ 6723696 h 6956359"/>
              <a:gd name="csX6" fmla="*/ 121763 w 5376899"/>
              <a:gd name="csY6" fmla="*/ 5466960 h 6956359"/>
              <a:gd name="csX7" fmla="*/ 695676 w 5376899"/>
              <a:gd name="csY7" fmla="*/ 3633698 h 6956359"/>
              <a:gd name="csX8" fmla="*/ 324311 w 5376899"/>
              <a:gd name="csY8" fmla="*/ 113063 h 6956359"/>
              <a:gd name="csX0" fmla="*/ 270878 w 5323466"/>
              <a:gd name="csY0" fmla="*/ 113063 h 6955478"/>
              <a:gd name="csX1" fmla="*/ 3409327 w 5323466"/>
              <a:gd name="csY1" fmla="*/ 871597 h 6955478"/>
              <a:gd name="csX2" fmla="*/ 5305288 w 5323466"/>
              <a:gd name="csY2" fmla="*/ 913792 h 6955478"/>
              <a:gd name="csX3" fmla="*/ 4329287 w 5323466"/>
              <a:gd name="csY3" fmla="*/ 5197983 h 6955478"/>
              <a:gd name="csX4" fmla="*/ 2460988 w 5323466"/>
              <a:gd name="csY4" fmla="*/ 6797430 h 6955478"/>
              <a:gd name="csX5" fmla="*/ 129594 w 5323466"/>
              <a:gd name="csY5" fmla="*/ 6723696 h 6955478"/>
              <a:gd name="csX6" fmla="*/ 252615 w 5323466"/>
              <a:gd name="csY6" fmla="*/ 5485152 h 6955478"/>
              <a:gd name="csX7" fmla="*/ 642243 w 5323466"/>
              <a:gd name="csY7" fmla="*/ 3633698 h 6955478"/>
              <a:gd name="csX8" fmla="*/ 270878 w 5323466"/>
              <a:gd name="csY8" fmla="*/ 113063 h 6955478"/>
              <a:gd name="csX0" fmla="*/ 270878 w 5323466"/>
              <a:gd name="csY0" fmla="*/ 113063 h 6955478"/>
              <a:gd name="csX1" fmla="*/ 3409327 w 5323466"/>
              <a:gd name="csY1" fmla="*/ 871597 h 6955478"/>
              <a:gd name="csX2" fmla="*/ 5305288 w 5323466"/>
              <a:gd name="csY2" fmla="*/ 913792 h 6955478"/>
              <a:gd name="csX3" fmla="*/ 4329287 w 5323466"/>
              <a:gd name="csY3" fmla="*/ 5197983 h 6955478"/>
              <a:gd name="csX4" fmla="*/ 2460988 w 5323466"/>
              <a:gd name="csY4" fmla="*/ 6797430 h 6955478"/>
              <a:gd name="csX5" fmla="*/ 129594 w 5323466"/>
              <a:gd name="csY5" fmla="*/ 6723696 h 6955478"/>
              <a:gd name="csX6" fmla="*/ 252615 w 5323466"/>
              <a:gd name="csY6" fmla="*/ 5485152 h 6955478"/>
              <a:gd name="csX7" fmla="*/ 642243 w 5323466"/>
              <a:gd name="csY7" fmla="*/ 3633698 h 6955478"/>
              <a:gd name="csX8" fmla="*/ 270878 w 5323466"/>
              <a:gd name="csY8" fmla="*/ 113063 h 6955478"/>
              <a:gd name="csX0" fmla="*/ 315612 w 5368200"/>
              <a:gd name="csY0" fmla="*/ 113063 h 6955478"/>
              <a:gd name="csX1" fmla="*/ 3454061 w 5368200"/>
              <a:gd name="csY1" fmla="*/ 871597 h 6955478"/>
              <a:gd name="csX2" fmla="*/ 5350022 w 5368200"/>
              <a:gd name="csY2" fmla="*/ 913792 h 6955478"/>
              <a:gd name="csX3" fmla="*/ 4374021 w 5368200"/>
              <a:gd name="csY3" fmla="*/ 5197983 h 6955478"/>
              <a:gd name="csX4" fmla="*/ 2505722 w 5368200"/>
              <a:gd name="csY4" fmla="*/ 6797430 h 6955478"/>
              <a:gd name="csX5" fmla="*/ 174328 w 5368200"/>
              <a:gd name="csY5" fmla="*/ 6723696 h 6955478"/>
              <a:gd name="csX6" fmla="*/ 297349 w 5368200"/>
              <a:gd name="csY6" fmla="*/ 5485152 h 6955478"/>
              <a:gd name="csX7" fmla="*/ 686977 w 5368200"/>
              <a:gd name="csY7" fmla="*/ 3633698 h 6955478"/>
              <a:gd name="csX8" fmla="*/ 315612 w 5368200"/>
              <a:gd name="csY8" fmla="*/ 113063 h 6955478"/>
              <a:gd name="csX0" fmla="*/ 301873 w 5354461"/>
              <a:gd name="csY0" fmla="*/ 113063 h 6955478"/>
              <a:gd name="csX1" fmla="*/ 3440322 w 5354461"/>
              <a:gd name="csY1" fmla="*/ 871597 h 6955478"/>
              <a:gd name="csX2" fmla="*/ 5336283 w 5354461"/>
              <a:gd name="csY2" fmla="*/ 913792 h 6955478"/>
              <a:gd name="csX3" fmla="*/ 4360282 w 5354461"/>
              <a:gd name="csY3" fmla="*/ 5197983 h 6955478"/>
              <a:gd name="csX4" fmla="*/ 2491983 w 5354461"/>
              <a:gd name="csY4" fmla="*/ 6797430 h 6955478"/>
              <a:gd name="csX5" fmla="*/ 160589 w 5354461"/>
              <a:gd name="csY5" fmla="*/ 6723696 h 6955478"/>
              <a:gd name="csX6" fmla="*/ 283610 w 5354461"/>
              <a:gd name="csY6" fmla="*/ 5485152 h 6955478"/>
              <a:gd name="csX7" fmla="*/ 673238 w 5354461"/>
              <a:gd name="csY7" fmla="*/ 3633698 h 6955478"/>
              <a:gd name="csX8" fmla="*/ 301873 w 5354461"/>
              <a:gd name="csY8" fmla="*/ 113063 h 6955478"/>
              <a:gd name="csX0" fmla="*/ 261384 w 5313972"/>
              <a:gd name="csY0" fmla="*/ 113063 h 6949250"/>
              <a:gd name="csX1" fmla="*/ 3399833 w 5313972"/>
              <a:gd name="csY1" fmla="*/ 871597 h 6949250"/>
              <a:gd name="csX2" fmla="*/ 5295794 w 5313972"/>
              <a:gd name="csY2" fmla="*/ 913792 h 6949250"/>
              <a:gd name="csX3" fmla="*/ 4319793 w 5313972"/>
              <a:gd name="csY3" fmla="*/ 5197983 h 6949250"/>
              <a:gd name="csX4" fmla="*/ 2451494 w 5313972"/>
              <a:gd name="csY4" fmla="*/ 6797430 h 6949250"/>
              <a:gd name="csX5" fmla="*/ 120100 w 5313972"/>
              <a:gd name="csY5" fmla="*/ 6723696 h 6949250"/>
              <a:gd name="csX6" fmla="*/ 393593 w 5313972"/>
              <a:gd name="csY6" fmla="*/ 5616897 h 6949250"/>
              <a:gd name="csX7" fmla="*/ 632749 w 5313972"/>
              <a:gd name="csY7" fmla="*/ 3633698 h 6949250"/>
              <a:gd name="csX8" fmla="*/ 261384 w 5313972"/>
              <a:gd name="csY8" fmla="*/ 113063 h 6949250"/>
              <a:gd name="csX0" fmla="*/ 288908 w 5341496"/>
              <a:gd name="csY0" fmla="*/ 113063 h 6949250"/>
              <a:gd name="csX1" fmla="*/ 3427357 w 5341496"/>
              <a:gd name="csY1" fmla="*/ 871597 h 6949250"/>
              <a:gd name="csX2" fmla="*/ 5323318 w 5341496"/>
              <a:gd name="csY2" fmla="*/ 913792 h 6949250"/>
              <a:gd name="csX3" fmla="*/ 4347317 w 5341496"/>
              <a:gd name="csY3" fmla="*/ 5197983 h 6949250"/>
              <a:gd name="csX4" fmla="*/ 2479018 w 5341496"/>
              <a:gd name="csY4" fmla="*/ 6797430 h 6949250"/>
              <a:gd name="csX5" fmla="*/ 147624 w 5341496"/>
              <a:gd name="csY5" fmla="*/ 6723696 h 6949250"/>
              <a:gd name="csX6" fmla="*/ 421117 w 5341496"/>
              <a:gd name="csY6" fmla="*/ 5616897 h 6949250"/>
              <a:gd name="csX7" fmla="*/ 660273 w 5341496"/>
              <a:gd name="csY7" fmla="*/ 3633698 h 6949250"/>
              <a:gd name="csX8" fmla="*/ 288908 w 5341496"/>
              <a:gd name="csY8" fmla="*/ 113063 h 6949250"/>
              <a:gd name="csX0" fmla="*/ 309076 w 5361664"/>
              <a:gd name="csY0" fmla="*/ 113063 h 6954856"/>
              <a:gd name="csX1" fmla="*/ 3447525 w 5361664"/>
              <a:gd name="csY1" fmla="*/ 871597 h 6954856"/>
              <a:gd name="csX2" fmla="*/ 5343486 w 5361664"/>
              <a:gd name="csY2" fmla="*/ 913792 h 6954856"/>
              <a:gd name="csX3" fmla="*/ 4367485 w 5361664"/>
              <a:gd name="csY3" fmla="*/ 5197983 h 6954856"/>
              <a:gd name="csX4" fmla="*/ 2499186 w 5361664"/>
              <a:gd name="csY4" fmla="*/ 6797430 h 6954856"/>
              <a:gd name="csX5" fmla="*/ 167792 w 5361664"/>
              <a:gd name="csY5" fmla="*/ 6723696 h 6954856"/>
              <a:gd name="csX6" fmla="*/ 377968 w 5361664"/>
              <a:gd name="csY6" fmla="*/ 5498068 h 6954856"/>
              <a:gd name="csX7" fmla="*/ 680441 w 5361664"/>
              <a:gd name="csY7" fmla="*/ 3633698 h 6954856"/>
              <a:gd name="csX8" fmla="*/ 309076 w 5361664"/>
              <a:gd name="csY8" fmla="*/ 113063 h 6954856"/>
              <a:gd name="csX0" fmla="*/ 319793 w 5372381"/>
              <a:gd name="csY0" fmla="*/ 113063 h 6867048"/>
              <a:gd name="csX1" fmla="*/ 3458242 w 5372381"/>
              <a:gd name="csY1" fmla="*/ 871597 h 6867048"/>
              <a:gd name="csX2" fmla="*/ 5354203 w 5372381"/>
              <a:gd name="csY2" fmla="*/ 913792 h 6867048"/>
              <a:gd name="csX3" fmla="*/ 4378202 w 5372381"/>
              <a:gd name="csY3" fmla="*/ 5197983 h 6867048"/>
              <a:gd name="csX4" fmla="*/ 2654602 w 5372381"/>
              <a:gd name="csY4" fmla="*/ 6654710 h 6867048"/>
              <a:gd name="csX5" fmla="*/ 178509 w 5372381"/>
              <a:gd name="csY5" fmla="*/ 6723696 h 6867048"/>
              <a:gd name="csX6" fmla="*/ 388685 w 5372381"/>
              <a:gd name="csY6" fmla="*/ 5498068 h 6867048"/>
              <a:gd name="csX7" fmla="*/ 691158 w 5372381"/>
              <a:gd name="csY7" fmla="*/ 3633698 h 6867048"/>
              <a:gd name="csX8" fmla="*/ 319793 w 5372381"/>
              <a:gd name="csY8" fmla="*/ 113063 h 6867048"/>
              <a:gd name="csX0" fmla="*/ 319793 w 5369217"/>
              <a:gd name="csY0" fmla="*/ 113063 h 6867048"/>
              <a:gd name="csX1" fmla="*/ 3458242 w 5369217"/>
              <a:gd name="csY1" fmla="*/ 871597 h 6867048"/>
              <a:gd name="csX2" fmla="*/ 5354203 w 5369217"/>
              <a:gd name="csY2" fmla="*/ 913792 h 6867048"/>
              <a:gd name="csX3" fmla="*/ 4230766 w 5369217"/>
              <a:gd name="csY3" fmla="*/ 6243205 h 6867048"/>
              <a:gd name="csX4" fmla="*/ 2654602 w 5369217"/>
              <a:gd name="csY4" fmla="*/ 6654710 h 6867048"/>
              <a:gd name="csX5" fmla="*/ 178509 w 5369217"/>
              <a:gd name="csY5" fmla="*/ 6723696 h 6867048"/>
              <a:gd name="csX6" fmla="*/ 388685 w 5369217"/>
              <a:gd name="csY6" fmla="*/ 5498068 h 6867048"/>
              <a:gd name="csX7" fmla="*/ 691158 w 5369217"/>
              <a:gd name="csY7" fmla="*/ 3633698 h 6867048"/>
              <a:gd name="csX8" fmla="*/ 319793 w 5369217"/>
              <a:gd name="csY8" fmla="*/ 113063 h 6867048"/>
              <a:gd name="csX0" fmla="*/ 319793 w 5363347"/>
              <a:gd name="csY0" fmla="*/ 113063 h 6867048"/>
              <a:gd name="csX1" fmla="*/ 3458242 w 5363347"/>
              <a:gd name="csY1" fmla="*/ 871597 h 6867048"/>
              <a:gd name="csX2" fmla="*/ 5354203 w 5363347"/>
              <a:gd name="csY2" fmla="*/ 913792 h 6867048"/>
              <a:gd name="csX3" fmla="*/ 4230766 w 5363347"/>
              <a:gd name="csY3" fmla="*/ 6243205 h 6867048"/>
              <a:gd name="csX4" fmla="*/ 2654602 w 5363347"/>
              <a:gd name="csY4" fmla="*/ 6654710 h 6867048"/>
              <a:gd name="csX5" fmla="*/ 178509 w 5363347"/>
              <a:gd name="csY5" fmla="*/ 6723696 h 6867048"/>
              <a:gd name="csX6" fmla="*/ 388685 w 5363347"/>
              <a:gd name="csY6" fmla="*/ 5498068 h 6867048"/>
              <a:gd name="csX7" fmla="*/ 691158 w 5363347"/>
              <a:gd name="csY7" fmla="*/ 3633698 h 6867048"/>
              <a:gd name="csX8" fmla="*/ 319793 w 5363347"/>
              <a:gd name="csY8" fmla="*/ 113063 h 6867048"/>
              <a:gd name="csX0" fmla="*/ 319793 w 5365508"/>
              <a:gd name="csY0" fmla="*/ 113063 h 6867048"/>
              <a:gd name="csX1" fmla="*/ 3458242 w 5365508"/>
              <a:gd name="csY1" fmla="*/ 871597 h 6867048"/>
              <a:gd name="csX2" fmla="*/ 5354203 w 5365508"/>
              <a:gd name="csY2" fmla="*/ 913792 h 6867048"/>
              <a:gd name="csX3" fmla="*/ 4230766 w 5365508"/>
              <a:gd name="csY3" fmla="*/ 6243205 h 6867048"/>
              <a:gd name="csX4" fmla="*/ 2654602 w 5365508"/>
              <a:gd name="csY4" fmla="*/ 6654710 h 6867048"/>
              <a:gd name="csX5" fmla="*/ 178509 w 5365508"/>
              <a:gd name="csY5" fmla="*/ 6723696 h 6867048"/>
              <a:gd name="csX6" fmla="*/ 388685 w 5365508"/>
              <a:gd name="csY6" fmla="*/ 5498068 h 6867048"/>
              <a:gd name="csX7" fmla="*/ 691158 w 5365508"/>
              <a:gd name="csY7" fmla="*/ 3633698 h 6867048"/>
              <a:gd name="csX8" fmla="*/ 319793 w 5365508"/>
              <a:gd name="csY8" fmla="*/ 113063 h 6867048"/>
              <a:gd name="csX0" fmla="*/ 319793 w 5365508"/>
              <a:gd name="csY0" fmla="*/ 113063 h 6867048"/>
              <a:gd name="csX1" fmla="*/ 3458242 w 5365508"/>
              <a:gd name="csY1" fmla="*/ 871597 h 6867048"/>
              <a:gd name="csX2" fmla="*/ 5354203 w 5365508"/>
              <a:gd name="csY2" fmla="*/ 913792 h 6867048"/>
              <a:gd name="csX3" fmla="*/ 4230766 w 5365508"/>
              <a:gd name="csY3" fmla="*/ 6243205 h 6867048"/>
              <a:gd name="csX4" fmla="*/ 2654602 w 5365508"/>
              <a:gd name="csY4" fmla="*/ 6654710 h 6867048"/>
              <a:gd name="csX5" fmla="*/ 178509 w 5365508"/>
              <a:gd name="csY5" fmla="*/ 6723696 h 6867048"/>
              <a:gd name="csX6" fmla="*/ 388685 w 5365508"/>
              <a:gd name="csY6" fmla="*/ 5498068 h 6867048"/>
              <a:gd name="csX7" fmla="*/ 691158 w 5365508"/>
              <a:gd name="csY7" fmla="*/ 3633698 h 6867048"/>
              <a:gd name="csX8" fmla="*/ 319793 w 5365508"/>
              <a:gd name="csY8" fmla="*/ 113063 h 6867048"/>
              <a:gd name="csX0" fmla="*/ 319793 w 5364340"/>
              <a:gd name="csY0" fmla="*/ 113063 h 6867048"/>
              <a:gd name="csX1" fmla="*/ 3458242 w 5364340"/>
              <a:gd name="csY1" fmla="*/ 871597 h 6867048"/>
              <a:gd name="csX2" fmla="*/ 5354203 w 5364340"/>
              <a:gd name="csY2" fmla="*/ 913792 h 6867048"/>
              <a:gd name="csX3" fmla="*/ 4103602 w 5364340"/>
              <a:gd name="csY3" fmla="*/ 6324683 h 6867048"/>
              <a:gd name="csX4" fmla="*/ 2654602 w 5364340"/>
              <a:gd name="csY4" fmla="*/ 6654710 h 6867048"/>
              <a:gd name="csX5" fmla="*/ 178509 w 5364340"/>
              <a:gd name="csY5" fmla="*/ 6723696 h 6867048"/>
              <a:gd name="csX6" fmla="*/ 388685 w 5364340"/>
              <a:gd name="csY6" fmla="*/ 5498068 h 6867048"/>
              <a:gd name="csX7" fmla="*/ 691158 w 5364340"/>
              <a:gd name="csY7" fmla="*/ 3633698 h 6867048"/>
              <a:gd name="csX8" fmla="*/ 319793 w 5364340"/>
              <a:gd name="csY8" fmla="*/ 113063 h 6867048"/>
              <a:gd name="csX0" fmla="*/ 319793 w 5367467"/>
              <a:gd name="csY0" fmla="*/ 113063 h 6867048"/>
              <a:gd name="csX1" fmla="*/ 3458242 w 5367467"/>
              <a:gd name="csY1" fmla="*/ 871597 h 6867048"/>
              <a:gd name="csX2" fmla="*/ 5354203 w 5367467"/>
              <a:gd name="csY2" fmla="*/ 913792 h 6867048"/>
              <a:gd name="csX3" fmla="*/ 4103602 w 5367467"/>
              <a:gd name="csY3" fmla="*/ 6324683 h 6867048"/>
              <a:gd name="csX4" fmla="*/ 2654602 w 5367467"/>
              <a:gd name="csY4" fmla="*/ 6654710 h 6867048"/>
              <a:gd name="csX5" fmla="*/ 178509 w 5367467"/>
              <a:gd name="csY5" fmla="*/ 6723696 h 6867048"/>
              <a:gd name="csX6" fmla="*/ 388685 w 5367467"/>
              <a:gd name="csY6" fmla="*/ 5498068 h 6867048"/>
              <a:gd name="csX7" fmla="*/ 691158 w 5367467"/>
              <a:gd name="csY7" fmla="*/ 3633698 h 6867048"/>
              <a:gd name="csX8" fmla="*/ 319793 w 5367467"/>
              <a:gd name="csY8" fmla="*/ 113063 h 6867048"/>
              <a:gd name="csX0" fmla="*/ 319793 w 5371352"/>
              <a:gd name="csY0" fmla="*/ 113063 h 6934412"/>
              <a:gd name="csX1" fmla="*/ 3458242 w 5371352"/>
              <a:gd name="csY1" fmla="*/ 871597 h 6934412"/>
              <a:gd name="csX2" fmla="*/ 5354203 w 5371352"/>
              <a:gd name="csY2" fmla="*/ 913792 h 6934412"/>
              <a:gd name="csX3" fmla="*/ 4320017 w 5371352"/>
              <a:gd name="csY3" fmla="*/ 6493560 h 6934412"/>
              <a:gd name="csX4" fmla="*/ 2654602 w 5371352"/>
              <a:gd name="csY4" fmla="*/ 6654710 h 6934412"/>
              <a:gd name="csX5" fmla="*/ 178509 w 5371352"/>
              <a:gd name="csY5" fmla="*/ 6723696 h 6934412"/>
              <a:gd name="csX6" fmla="*/ 388685 w 5371352"/>
              <a:gd name="csY6" fmla="*/ 5498068 h 6934412"/>
              <a:gd name="csX7" fmla="*/ 691158 w 5371352"/>
              <a:gd name="csY7" fmla="*/ 3633698 h 6934412"/>
              <a:gd name="csX8" fmla="*/ 319793 w 5371352"/>
              <a:gd name="csY8" fmla="*/ 113063 h 6934412"/>
              <a:gd name="csX0" fmla="*/ 319793 w 5368122"/>
              <a:gd name="csY0" fmla="*/ 113063 h 6934412"/>
              <a:gd name="csX1" fmla="*/ 3458242 w 5368122"/>
              <a:gd name="csY1" fmla="*/ 871597 h 6934412"/>
              <a:gd name="csX2" fmla="*/ 5354203 w 5368122"/>
              <a:gd name="csY2" fmla="*/ 913792 h 6934412"/>
              <a:gd name="csX3" fmla="*/ 4320017 w 5368122"/>
              <a:gd name="csY3" fmla="*/ 6493560 h 6934412"/>
              <a:gd name="csX4" fmla="*/ 2654602 w 5368122"/>
              <a:gd name="csY4" fmla="*/ 6654710 h 6934412"/>
              <a:gd name="csX5" fmla="*/ 178509 w 5368122"/>
              <a:gd name="csY5" fmla="*/ 6723696 h 6934412"/>
              <a:gd name="csX6" fmla="*/ 388685 w 5368122"/>
              <a:gd name="csY6" fmla="*/ 5498068 h 6934412"/>
              <a:gd name="csX7" fmla="*/ 691158 w 5368122"/>
              <a:gd name="csY7" fmla="*/ 3633698 h 6934412"/>
              <a:gd name="csX8" fmla="*/ 319793 w 5368122"/>
              <a:gd name="csY8" fmla="*/ 113063 h 6934412"/>
              <a:gd name="csX0" fmla="*/ 319793 w 5445135"/>
              <a:gd name="csY0" fmla="*/ 115631 h 6936980"/>
              <a:gd name="csX1" fmla="*/ 3458242 w 5445135"/>
              <a:gd name="csY1" fmla="*/ 874165 h 6936980"/>
              <a:gd name="csX2" fmla="*/ 5432326 w 5445135"/>
              <a:gd name="csY2" fmla="*/ 1119464 h 6936980"/>
              <a:gd name="csX3" fmla="*/ 4320017 w 5445135"/>
              <a:gd name="csY3" fmla="*/ 6496128 h 6936980"/>
              <a:gd name="csX4" fmla="*/ 2654602 w 5445135"/>
              <a:gd name="csY4" fmla="*/ 6657278 h 6936980"/>
              <a:gd name="csX5" fmla="*/ 178509 w 5445135"/>
              <a:gd name="csY5" fmla="*/ 6726264 h 6936980"/>
              <a:gd name="csX6" fmla="*/ 388685 w 5445135"/>
              <a:gd name="csY6" fmla="*/ 5500636 h 6936980"/>
              <a:gd name="csX7" fmla="*/ 691158 w 5445135"/>
              <a:gd name="csY7" fmla="*/ 3636266 h 6936980"/>
              <a:gd name="csX8" fmla="*/ 319793 w 5445135"/>
              <a:gd name="csY8" fmla="*/ 115631 h 6936980"/>
              <a:gd name="csX0" fmla="*/ 319793 w 5445135"/>
              <a:gd name="csY0" fmla="*/ 115631 h 6936980"/>
              <a:gd name="csX1" fmla="*/ 3458242 w 5445135"/>
              <a:gd name="csY1" fmla="*/ 874165 h 6936980"/>
              <a:gd name="csX2" fmla="*/ 5432326 w 5445135"/>
              <a:gd name="csY2" fmla="*/ 1119464 h 6936980"/>
              <a:gd name="csX3" fmla="*/ 4320017 w 5445135"/>
              <a:gd name="csY3" fmla="*/ 6496128 h 6936980"/>
              <a:gd name="csX4" fmla="*/ 2654602 w 5445135"/>
              <a:gd name="csY4" fmla="*/ 6657278 h 6936980"/>
              <a:gd name="csX5" fmla="*/ 178509 w 5445135"/>
              <a:gd name="csY5" fmla="*/ 6726264 h 6936980"/>
              <a:gd name="csX6" fmla="*/ 388685 w 5445135"/>
              <a:gd name="csY6" fmla="*/ 5500636 h 6936980"/>
              <a:gd name="csX7" fmla="*/ 691158 w 5445135"/>
              <a:gd name="csY7" fmla="*/ 3636266 h 6936980"/>
              <a:gd name="csX8" fmla="*/ 319793 w 5445135"/>
              <a:gd name="csY8" fmla="*/ 115631 h 6936980"/>
              <a:gd name="csX0" fmla="*/ 319793 w 5445135"/>
              <a:gd name="csY0" fmla="*/ 96247 h 6917596"/>
              <a:gd name="csX1" fmla="*/ 3472942 w 5445135"/>
              <a:gd name="csY1" fmla="*/ 1002885 h 6917596"/>
              <a:gd name="csX2" fmla="*/ 5432326 w 5445135"/>
              <a:gd name="csY2" fmla="*/ 1100080 h 6917596"/>
              <a:gd name="csX3" fmla="*/ 4320017 w 5445135"/>
              <a:gd name="csY3" fmla="*/ 6476744 h 6917596"/>
              <a:gd name="csX4" fmla="*/ 2654602 w 5445135"/>
              <a:gd name="csY4" fmla="*/ 6637894 h 6917596"/>
              <a:gd name="csX5" fmla="*/ 178509 w 5445135"/>
              <a:gd name="csY5" fmla="*/ 6706880 h 6917596"/>
              <a:gd name="csX6" fmla="*/ 388685 w 5445135"/>
              <a:gd name="csY6" fmla="*/ 5481252 h 6917596"/>
              <a:gd name="csX7" fmla="*/ 691158 w 5445135"/>
              <a:gd name="csY7" fmla="*/ 3616882 h 6917596"/>
              <a:gd name="csX8" fmla="*/ 319793 w 5445135"/>
              <a:gd name="csY8" fmla="*/ 96247 h 6917596"/>
              <a:gd name="csX0" fmla="*/ 319793 w 5472506"/>
              <a:gd name="csY0" fmla="*/ 94297 h 6915646"/>
              <a:gd name="csX1" fmla="*/ 3472942 w 5472506"/>
              <a:gd name="csY1" fmla="*/ 1000935 h 6915646"/>
              <a:gd name="csX2" fmla="*/ 5460049 w 5472506"/>
              <a:gd name="csY2" fmla="*/ 901594 h 6915646"/>
              <a:gd name="csX3" fmla="*/ 4320017 w 5472506"/>
              <a:gd name="csY3" fmla="*/ 6474794 h 6915646"/>
              <a:gd name="csX4" fmla="*/ 2654602 w 5472506"/>
              <a:gd name="csY4" fmla="*/ 6635944 h 6915646"/>
              <a:gd name="csX5" fmla="*/ 178509 w 5472506"/>
              <a:gd name="csY5" fmla="*/ 6704930 h 6915646"/>
              <a:gd name="csX6" fmla="*/ 388685 w 5472506"/>
              <a:gd name="csY6" fmla="*/ 5479302 h 6915646"/>
              <a:gd name="csX7" fmla="*/ 691158 w 5472506"/>
              <a:gd name="csY7" fmla="*/ 3614932 h 6915646"/>
              <a:gd name="csX8" fmla="*/ 319793 w 5472506"/>
              <a:gd name="csY8" fmla="*/ 94297 h 6915646"/>
              <a:gd name="csX0" fmla="*/ 319793 w 5460049"/>
              <a:gd name="csY0" fmla="*/ 94297 h 6915646"/>
              <a:gd name="csX1" fmla="*/ 3472942 w 5460049"/>
              <a:gd name="csY1" fmla="*/ 1000935 h 6915646"/>
              <a:gd name="csX2" fmla="*/ 5460049 w 5460049"/>
              <a:gd name="csY2" fmla="*/ 901594 h 6915646"/>
              <a:gd name="csX3" fmla="*/ 4320017 w 5460049"/>
              <a:gd name="csY3" fmla="*/ 6474794 h 6915646"/>
              <a:gd name="csX4" fmla="*/ 2654602 w 5460049"/>
              <a:gd name="csY4" fmla="*/ 6635944 h 6915646"/>
              <a:gd name="csX5" fmla="*/ 178509 w 5460049"/>
              <a:gd name="csY5" fmla="*/ 6704930 h 6915646"/>
              <a:gd name="csX6" fmla="*/ 388685 w 5460049"/>
              <a:gd name="csY6" fmla="*/ 5479302 h 6915646"/>
              <a:gd name="csX7" fmla="*/ 691158 w 5460049"/>
              <a:gd name="csY7" fmla="*/ 3614932 h 6915646"/>
              <a:gd name="csX8" fmla="*/ 319793 w 5460049"/>
              <a:gd name="csY8" fmla="*/ 94297 h 6915646"/>
              <a:gd name="csX0" fmla="*/ 319793 w 5460049"/>
              <a:gd name="csY0" fmla="*/ 94297 h 6849372"/>
              <a:gd name="csX1" fmla="*/ 3472942 w 5460049"/>
              <a:gd name="csY1" fmla="*/ 1000935 h 6849372"/>
              <a:gd name="csX2" fmla="*/ 5460049 w 5460049"/>
              <a:gd name="csY2" fmla="*/ 901594 h 6849372"/>
              <a:gd name="csX3" fmla="*/ 4332619 w 5460049"/>
              <a:gd name="csY3" fmla="*/ 6385459 h 6849372"/>
              <a:gd name="csX4" fmla="*/ 2654602 w 5460049"/>
              <a:gd name="csY4" fmla="*/ 6635944 h 6849372"/>
              <a:gd name="csX5" fmla="*/ 178509 w 5460049"/>
              <a:gd name="csY5" fmla="*/ 6704930 h 6849372"/>
              <a:gd name="csX6" fmla="*/ 388685 w 5460049"/>
              <a:gd name="csY6" fmla="*/ 5479302 h 6849372"/>
              <a:gd name="csX7" fmla="*/ 691158 w 5460049"/>
              <a:gd name="csY7" fmla="*/ 3614932 h 6849372"/>
              <a:gd name="csX8" fmla="*/ 319793 w 5460049"/>
              <a:gd name="csY8" fmla="*/ 94297 h 6849372"/>
              <a:gd name="csX0" fmla="*/ 319793 w 5460049"/>
              <a:gd name="csY0" fmla="*/ 94297 h 6920530"/>
              <a:gd name="csX1" fmla="*/ 3472942 w 5460049"/>
              <a:gd name="csY1" fmla="*/ 1000935 h 6920530"/>
              <a:gd name="csX2" fmla="*/ 5460049 w 5460049"/>
              <a:gd name="csY2" fmla="*/ 901594 h 6920530"/>
              <a:gd name="csX3" fmla="*/ 4363595 w 5460049"/>
              <a:gd name="csY3" fmla="*/ 6481254 h 6920530"/>
              <a:gd name="csX4" fmla="*/ 2654602 w 5460049"/>
              <a:gd name="csY4" fmla="*/ 6635944 h 6920530"/>
              <a:gd name="csX5" fmla="*/ 178509 w 5460049"/>
              <a:gd name="csY5" fmla="*/ 6704930 h 6920530"/>
              <a:gd name="csX6" fmla="*/ 388685 w 5460049"/>
              <a:gd name="csY6" fmla="*/ 5479302 h 6920530"/>
              <a:gd name="csX7" fmla="*/ 691158 w 5460049"/>
              <a:gd name="csY7" fmla="*/ 3614932 h 6920530"/>
              <a:gd name="csX8" fmla="*/ 319793 w 5460049"/>
              <a:gd name="csY8" fmla="*/ 94297 h 6920530"/>
              <a:gd name="csX0" fmla="*/ 319793 w 5460049"/>
              <a:gd name="csY0" fmla="*/ 94297 h 7170026"/>
              <a:gd name="csX1" fmla="*/ 3472942 w 5460049"/>
              <a:gd name="csY1" fmla="*/ 1000935 h 7170026"/>
              <a:gd name="csX2" fmla="*/ 5460049 w 5460049"/>
              <a:gd name="csY2" fmla="*/ 901594 h 7170026"/>
              <a:gd name="csX3" fmla="*/ 4363595 w 5460049"/>
              <a:gd name="csY3" fmla="*/ 6481254 h 7170026"/>
              <a:gd name="csX4" fmla="*/ 2654602 w 5460049"/>
              <a:gd name="csY4" fmla="*/ 6635944 h 7170026"/>
              <a:gd name="csX5" fmla="*/ 178509 w 5460049"/>
              <a:gd name="csY5" fmla="*/ 6704930 h 7170026"/>
              <a:gd name="csX6" fmla="*/ 388685 w 5460049"/>
              <a:gd name="csY6" fmla="*/ 5479302 h 7170026"/>
              <a:gd name="csX7" fmla="*/ 691158 w 5460049"/>
              <a:gd name="csY7" fmla="*/ 3614932 h 7170026"/>
              <a:gd name="csX8" fmla="*/ 319793 w 5460049"/>
              <a:gd name="csY8" fmla="*/ 94297 h 7170026"/>
              <a:gd name="csX0" fmla="*/ 319793 w 5460049"/>
              <a:gd name="csY0" fmla="*/ 94297 h 7170026"/>
              <a:gd name="csX1" fmla="*/ 3472942 w 5460049"/>
              <a:gd name="csY1" fmla="*/ 1000935 h 7170026"/>
              <a:gd name="csX2" fmla="*/ 5460049 w 5460049"/>
              <a:gd name="csY2" fmla="*/ 901594 h 7170026"/>
              <a:gd name="csX3" fmla="*/ 4363595 w 5460049"/>
              <a:gd name="csY3" fmla="*/ 6481254 h 7170026"/>
              <a:gd name="csX4" fmla="*/ 2654602 w 5460049"/>
              <a:gd name="csY4" fmla="*/ 6635944 h 7170026"/>
              <a:gd name="csX5" fmla="*/ 178509 w 5460049"/>
              <a:gd name="csY5" fmla="*/ 6704930 h 7170026"/>
              <a:gd name="csX6" fmla="*/ 388685 w 5460049"/>
              <a:gd name="csY6" fmla="*/ 5479302 h 7170026"/>
              <a:gd name="csX7" fmla="*/ 691158 w 5460049"/>
              <a:gd name="csY7" fmla="*/ 3614932 h 7170026"/>
              <a:gd name="csX8" fmla="*/ 319793 w 5460049"/>
              <a:gd name="csY8" fmla="*/ 94297 h 7170026"/>
              <a:gd name="csX0" fmla="*/ 319793 w 5460049"/>
              <a:gd name="csY0" fmla="*/ 94297 h 7170026"/>
              <a:gd name="csX1" fmla="*/ 3472942 w 5460049"/>
              <a:gd name="csY1" fmla="*/ 1000935 h 7170026"/>
              <a:gd name="csX2" fmla="*/ 5460049 w 5460049"/>
              <a:gd name="csY2" fmla="*/ 901594 h 7170026"/>
              <a:gd name="csX3" fmla="*/ 4363595 w 5460049"/>
              <a:gd name="csY3" fmla="*/ 6481254 h 7170026"/>
              <a:gd name="csX4" fmla="*/ 2654602 w 5460049"/>
              <a:gd name="csY4" fmla="*/ 6635944 h 7170026"/>
              <a:gd name="csX5" fmla="*/ 178509 w 5460049"/>
              <a:gd name="csY5" fmla="*/ 6704930 h 7170026"/>
              <a:gd name="csX6" fmla="*/ 388685 w 5460049"/>
              <a:gd name="csY6" fmla="*/ 5479302 h 7170026"/>
              <a:gd name="csX7" fmla="*/ 691158 w 5460049"/>
              <a:gd name="csY7" fmla="*/ 3614932 h 7170026"/>
              <a:gd name="csX8" fmla="*/ 319793 w 5460049"/>
              <a:gd name="csY8" fmla="*/ 94297 h 7170026"/>
              <a:gd name="csX0" fmla="*/ 319793 w 5545839"/>
              <a:gd name="csY0" fmla="*/ 95137 h 7170866"/>
              <a:gd name="csX1" fmla="*/ 3472942 w 5545839"/>
              <a:gd name="csY1" fmla="*/ 1001775 h 7170866"/>
              <a:gd name="csX2" fmla="*/ 5545839 w 5545839"/>
              <a:gd name="csY2" fmla="*/ 988111 h 7170866"/>
              <a:gd name="csX3" fmla="*/ 4363595 w 5545839"/>
              <a:gd name="csY3" fmla="*/ 6482094 h 7170866"/>
              <a:gd name="csX4" fmla="*/ 2654602 w 5545839"/>
              <a:gd name="csY4" fmla="*/ 6636784 h 7170866"/>
              <a:gd name="csX5" fmla="*/ 178509 w 5545839"/>
              <a:gd name="csY5" fmla="*/ 6705770 h 7170866"/>
              <a:gd name="csX6" fmla="*/ 388685 w 5545839"/>
              <a:gd name="csY6" fmla="*/ 5480142 h 7170866"/>
              <a:gd name="csX7" fmla="*/ 691158 w 5545839"/>
              <a:gd name="csY7" fmla="*/ 3615772 h 7170866"/>
              <a:gd name="csX8" fmla="*/ 319793 w 5545839"/>
              <a:gd name="csY8" fmla="*/ 95137 h 7170866"/>
              <a:gd name="csX0" fmla="*/ 319793 w 5545839"/>
              <a:gd name="csY0" fmla="*/ 110143 h 7185872"/>
              <a:gd name="csX1" fmla="*/ 3534162 w 5545839"/>
              <a:gd name="csY1" fmla="*/ 898171 h 7185872"/>
              <a:gd name="csX2" fmla="*/ 5545839 w 5545839"/>
              <a:gd name="csY2" fmla="*/ 1003117 h 7185872"/>
              <a:gd name="csX3" fmla="*/ 4363595 w 5545839"/>
              <a:gd name="csY3" fmla="*/ 6497100 h 7185872"/>
              <a:gd name="csX4" fmla="*/ 2654602 w 5545839"/>
              <a:gd name="csY4" fmla="*/ 6651790 h 7185872"/>
              <a:gd name="csX5" fmla="*/ 178509 w 5545839"/>
              <a:gd name="csY5" fmla="*/ 6720776 h 7185872"/>
              <a:gd name="csX6" fmla="*/ 388685 w 5545839"/>
              <a:gd name="csY6" fmla="*/ 5495148 h 7185872"/>
              <a:gd name="csX7" fmla="*/ 691158 w 5545839"/>
              <a:gd name="csY7" fmla="*/ 3630778 h 7185872"/>
              <a:gd name="csX8" fmla="*/ 319793 w 5545839"/>
              <a:gd name="csY8" fmla="*/ 110143 h 7185872"/>
              <a:gd name="csX0" fmla="*/ 319793 w 5545839"/>
              <a:gd name="csY0" fmla="*/ 110143 h 6892510"/>
              <a:gd name="csX1" fmla="*/ 3534162 w 5545839"/>
              <a:gd name="csY1" fmla="*/ 898171 h 6892510"/>
              <a:gd name="csX2" fmla="*/ 5545839 w 5545839"/>
              <a:gd name="csY2" fmla="*/ 1003117 h 6892510"/>
              <a:gd name="csX3" fmla="*/ 4363595 w 5545839"/>
              <a:gd name="csY3" fmla="*/ 6497100 h 6892510"/>
              <a:gd name="csX4" fmla="*/ 2654602 w 5545839"/>
              <a:gd name="csY4" fmla="*/ 6651790 h 6892510"/>
              <a:gd name="csX5" fmla="*/ 178509 w 5545839"/>
              <a:gd name="csY5" fmla="*/ 6720776 h 6892510"/>
              <a:gd name="csX6" fmla="*/ 388685 w 5545839"/>
              <a:gd name="csY6" fmla="*/ 5495148 h 6892510"/>
              <a:gd name="csX7" fmla="*/ 691158 w 5545839"/>
              <a:gd name="csY7" fmla="*/ 3630778 h 6892510"/>
              <a:gd name="csX8" fmla="*/ 319793 w 5545839"/>
              <a:gd name="csY8" fmla="*/ 110143 h 6892510"/>
              <a:gd name="csX0" fmla="*/ 308922 w 5534968"/>
              <a:gd name="csY0" fmla="*/ 110143 h 6870931"/>
              <a:gd name="csX1" fmla="*/ 3523291 w 5534968"/>
              <a:gd name="csY1" fmla="*/ 898171 h 6870931"/>
              <a:gd name="csX2" fmla="*/ 5534968 w 5534968"/>
              <a:gd name="csY2" fmla="*/ 1003117 h 6870931"/>
              <a:gd name="csX3" fmla="*/ 4352724 w 5534968"/>
              <a:gd name="csY3" fmla="*/ 6497100 h 6870931"/>
              <a:gd name="csX4" fmla="*/ 2496933 w 5534968"/>
              <a:gd name="csY4" fmla="*/ 6557073 h 6870931"/>
              <a:gd name="csX5" fmla="*/ 167638 w 5534968"/>
              <a:gd name="csY5" fmla="*/ 6720776 h 6870931"/>
              <a:gd name="csX6" fmla="*/ 377814 w 5534968"/>
              <a:gd name="csY6" fmla="*/ 5495148 h 6870931"/>
              <a:gd name="csX7" fmla="*/ 680287 w 5534968"/>
              <a:gd name="csY7" fmla="*/ 3630778 h 6870931"/>
              <a:gd name="csX8" fmla="*/ 308922 w 5534968"/>
              <a:gd name="csY8" fmla="*/ 110143 h 6870931"/>
              <a:gd name="csX0" fmla="*/ 243903 w 5469949"/>
              <a:gd name="csY0" fmla="*/ 110143 h 6891646"/>
              <a:gd name="csX1" fmla="*/ 3458272 w 5469949"/>
              <a:gd name="csY1" fmla="*/ 898171 h 6891646"/>
              <a:gd name="csX2" fmla="*/ 5469949 w 5469949"/>
              <a:gd name="csY2" fmla="*/ 1003117 h 6891646"/>
              <a:gd name="csX3" fmla="*/ 4287705 w 5469949"/>
              <a:gd name="csY3" fmla="*/ 6497100 h 6891646"/>
              <a:gd name="csX4" fmla="*/ 2431914 w 5469949"/>
              <a:gd name="csY4" fmla="*/ 6557073 h 6891646"/>
              <a:gd name="csX5" fmla="*/ 195863 w 5469949"/>
              <a:gd name="csY5" fmla="*/ 6816678 h 6891646"/>
              <a:gd name="csX6" fmla="*/ 312795 w 5469949"/>
              <a:gd name="csY6" fmla="*/ 5495148 h 6891646"/>
              <a:gd name="csX7" fmla="*/ 615268 w 5469949"/>
              <a:gd name="csY7" fmla="*/ 3630778 h 6891646"/>
              <a:gd name="csX8" fmla="*/ 243903 w 5469949"/>
              <a:gd name="csY8" fmla="*/ 110143 h 6891646"/>
              <a:gd name="csX0" fmla="*/ 334133 w 5560179"/>
              <a:gd name="csY0" fmla="*/ 110143 h 6905799"/>
              <a:gd name="csX1" fmla="*/ 3548502 w 5560179"/>
              <a:gd name="csY1" fmla="*/ 898171 h 6905799"/>
              <a:gd name="csX2" fmla="*/ 5560179 w 5560179"/>
              <a:gd name="csY2" fmla="*/ 1003117 h 6905799"/>
              <a:gd name="csX3" fmla="*/ 4377935 w 5560179"/>
              <a:gd name="csY3" fmla="*/ 6497100 h 6905799"/>
              <a:gd name="csX4" fmla="*/ 2522144 w 5560179"/>
              <a:gd name="csY4" fmla="*/ 6557073 h 6905799"/>
              <a:gd name="csX5" fmla="*/ 159037 w 5560179"/>
              <a:gd name="csY5" fmla="*/ 6834330 h 6905799"/>
              <a:gd name="csX6" fmla="*/ 403025 w 5560179"/>
              <a:gd name="csY6" fmla="*/ 5495148 h 6905799"/>
              <a:gd name="csX7" fmla="*/ 705498 w 5560179"/>
              <a:gd name="csY7" fmla="*/ 3630778 h 6905799"/>
              <a:gd name="csX8" fmla="*/ 334133 w 5560179"/>
              <a:gd name="csY8" fmla="*/ 110143 h 6905799"/>
              <a:gd name="csX0" fmla="*/ 331538 w 5557584"/>
              <a:gd name="csY0" fmla="*/ 110143 h 6946015"/>
              <a:gd name="csX1" fmla="*/ 3545907 w 5557584"/>
              <a:gd name="csY1" fmla="*/ 898171 h 6946015"/>
              <a:gd name="csX2" fmla="*/ 5557584 w 5557584"/>
              <a:gd name="csY2" fmla="*/ 1003117 h 6946015"/>
              <a:gd name="csX3" fmla="*/ 4375340 w 5557584"/>
              <a:gd name="csY3" fmla="*/ 6497100 h 6946015"/>
              <a:gd name="csX4" fmla="*/ 2484475 w 5557584"/>
              <a:gd name="csY4" fmla="*/ 6679560 h 6946015"/>
              <a:gd name="csX5" fmla="*/ 156442 w 5557584"/>
              <a:gd name="csY5" fmla="*/ 6834330 h 6946015"/>
              <a:gd name="csX6" fmla="*/ 400430 w 5557584"/>
              <a:gd name="csY6" fmla="*/ 5495148 h 6946015"/>
              <a:gd name="csX7" fmla="*/ 702903 w 5557584"/>
              <a:gd name="csY7" fmla="*/ 3630778 h 6946015"/>
              <a:gd name="csX8" fmla="*/ 331538 w 5557584"/>
              <a:gd name="csY8" fmla="*/ 110143 h 6946015"/>
              <a:gd name="csX0" fmla="*/ 331538 w 5557584"/>
              <a:gd name="csY0" fmla="*/ 110143 h 6946015"/>
              <a:gd name="csX1" fmla="*/ 3545907 w 5557584"/>
              <a:gd name="csY1" fmla="*/ 898171 h 6946015"/>
              <a:gd name="csX2" fmla="*/ 5557584 w 5557584"/>
              <a:gd name="csY2" fmla="*/ 1003117 h 6946015"/>
              <a:gd name="csX3" fmla="*/ 4358121 w 5557584"/>
              <a:gd name="csY3" fmla="*/ 6366865 h 6946015"/>
              <a:gd name="csX4" fmla="*/ 2484475 w 5557584"/>
              <a:gd name="csY4" fmla="*/ 6679560 h 6946015"/>
              <a:gd name="csX5" fmla="*/ 156442 w 5557584"/>
              <a:gd name="csY5" fmla="*/ 6834330 h 6946015"/>
              <a:gd name="csX6" fmla="*/ 400430 w 5557584"/>
              <a:gd name="csY6" fmla="*/ 5495148 h 6946015"/>
              <a:gd name="csX7" fmla="*/ 702903 w 5557584"/>
              <a:gd name="csY7" fmla="*/ 3630778 h 6946015"/>
              <a:gd name="csX8" fmla="*/ 331538 w 5557584"/>
              <a:gd name="csY8" fmla="*/ 110143 h 6946015"/>
              <a:gd name="csX0" fmla="*/ 331538 w 5557584"/>
              <a:gd name="csY0" fmla="*/ 110143 h 6946015"/>
              <a:gd name="csX1" fmla="*/ 3545907 w 5557584"/>
              <a:gd name="csY1" fmla="*/ 898171 h 6946015"/>
              <a:gd name="csX2" fmla="*/ 5557584 w 5557584"/>
              <a:gd name="csY2" fmla="*/ 1003117 h 6946015"/>
              <a:gd name="csX3" fmla="*/ 4358121 w 5557584"/>
              <a:gd name="csY3" fmla="*/ 6366865 h 6946015"/>
              <a:gd name="csX4" fmla="*/ 2484475 w 5557584"/>
              <a:gd name="csY4" fmla="*/ 6679560 h 6946015"/>
              <a:gd name="csX5" fmla="*/ 156442 w 5557584"/>
              <a:gd name="csY5" fmla="*/ 6834330 h 6946015"/>
              <a:gd name="csX6" fmla="*/ 400430 w 5557584"/>
              <a:gd name="csY6" fmla="*/ 5495148 h 6946015"/>
              <a:gd name="csX7" fmla="*/ 702903 w 5557584"/>
              <a:gd name="csY7" fmla="*/ 3630778 h 6946015"/>
              <a:gd name="csX8" fmla="*/ 331538 w 5557584"/>
              <a:gd name="csY8" fmla="*/ 110143 h 6946015"/>
              <a:gd name="csX0" fmla="*/ 331538 w 5557584"/>
              <a:gd name="csY0" fmla="*/ 110143 h 6946015"/>
              <a:gd name="csX1" fmla="*/ 3545907 w 5557584"/>
              <a:gd name="csY1" fmla="*/ 898171 h 6946015"/>
              <a:gd name="csX2" fmla="*/ 5557584 w 5557584"/>
              <a:gd name="csY2" fmla="*/ 1003117 h 6946015"/>
              <a:gd name="csX3" fmla="*/ 4358121 w 5557584"/>
              <a:gd name="csY3" fmla="*/ 6366865 h 6946015"/>
              <a:gd name="csX4" fmla="*/ 2484475 w 5557584"/>
              <a:gd name="csY4" fmla="*/ 6679560 h 6946015"/>
              <a:gd name="csX5" fmla="*/ 156442 w 5557584"/>
              <a:gd name="csY5" fmla="*/ 6834330 h 6946015"/>
              <a:gd name="csX6" fmla="*/ 400430 w 5557584"/>
              <a:gd name="csY6" fmla="*/ 5495148 h 6946015"/>
              <a:gd name="csX7" fmla="*/ 702903 w 5557584"/>
              <a:gd name="csY7" fmla="*/ 3630778 h 6946015"/>
              <a:gd name="csX8" fmla="*/ 331538 w 5557584"/>
              <a:gd name="csY8" fmla="*/ 110143 h 6946015"/>
              <a:gd name="csX0" fmla="*/ 331538 w 5557584"/>
              <a:gd name="csY0" fmla="*/ 110143 h 6946015"/>
              <a:gd name="csX1" fmla="*/ 3545907 w 5557584"/>
              <a:gd name="csY1" fmla="*/ 898171 h 6946015"/>
              <a:gd name="csX2" fmla="*/ 5557584 w 5557584"/>
              <a:gd name="csY2" fmla="*/ 1003117 h 6946015"/>
              <a:gd name="csX3" fmla="*/ 4179716 w 5557584"/>
              <a:gd name="csY3" fmla="*/ 6559310 h 6946015"/>
              <a:gd name="csX4" fmla="*/ 2484475 w 5557584"/>
              <a:gd name="csY4" fmla="*/ 6679560 h 6946015"/>
              <a:gd name="csX5" fmla="*/ 156442 w 5557584"/>
              <a:gd name="csY5" fmla="*/ 6834330 h 6946015"/>
              <a:gd name="csX6" fmla="*/ 400430 w 5557584"/>
              <a:gd name="csY6" fmla="*/ 5495148 h 6946015"/>
              <a:gd name="csX7" fmla="*/ 702903 w 5557584"/>
              <a:gd name="csY7" fmla="*/ 3630778 h 6946015"/>
              <a:gd name="csX8" fmla="*/ 331538 w 5557584"/>
              <a:gd name="csY8" fmla="*/ 110143 h 6946015"/>
              <a:gd name="csX0" fmla="*/ 331538 w 5557584"/>
              <a:gd name="csY0" fmla="*/ 110143 h 6946015"/>
              <a:gd name="csX1" fmla="*/ 3545907 w 5557584"/>
              <a:gd name="csY1" fmla="*/ 898171 h 6946015"/>
              <a:gd name="csX2" fmla="*/ 5557584 w 5557584"/>
              <a:gd name="csY2" fmla="*/ 1003117 h 6946015"/>
              <a:gd name="csX3" fmla="*/ 4179716 w 5557584"/>
              <a:gd name="csY3" fmla="*/ 6559310 h 6946015"/>
              <a:gd name="csX4" fmla="*/ 2484475 w 5557584"/>
              <a:gd name="csY4" fmla="*/ 6679560 h 6946015"/>
              <a:gd name="csX5" fmla="*/ 156442 w 5557584"/>
              <a:gd name="csY5" fmla="*/ 6834330 h 6946015"/>
              <a:gd name="csX6" fmla="*/ 400430 w 5557584"/>
              <a:gd name="csY6" fmla="*/ 5495148 h 6946015"/>
              <a:gd name="csX7" fmla="*/ 702903 w 5557584"/>
              <a:gd name="csY7" fmla="*/ 3630778 h 6946015"/>
              <a:gd name="csX8" fmla="*/ 331538 w 5557584"/>
              <a:gd name="csY8" fmla="*/ 110143 h 6946015"/>
              <a:gd name="csX0" fmla="*/ 329036 w 5555082"/>
              <a:gd name="csY0" fmla="*/ 110143 h 6999954"/>
              <a:gd name="csX1" fmla="*/ 3543405 w 5555082"/>
              <a:gd name="csY1" fmla="*/ 898171 h 6999954"/>
              <a:gd name="csX2" fmla="*/ 5555082 w 5555082"/>
              <a:gd name="csY2" fmla="*/ 1003117 h 6999954"/>
              <a:gd name="csX3" fmla="*/ 4177214 w 5555082"/>
              <a:gd name="csY3" fmla="*/ 6559310 h 6999954"/>
              <a:gd name="csX4" fmla="*/ 2448160 w 5555082"/>
              <a:gd name="csY4" fmla="*/ 6793113 h 6999954"/>
              <a:gd name="csX5" fmla="*/ 153940 w 5555082"/>
              <a:gd name="csY5" fmla="*/ 6834330 h 6999954"/>
              <a:gd name="csX6" fmla="*/ 397928 w 5555082"/>
              <a:gd name="csY6" fmla="*/ 5495148 h 6999954"/>
              <a:gd name="csX7" fmla="*/ 700401 w 5555082"/>
              <a:gd name="csY7" fmla="*/ 3630778 h 6999954"/>
              <a:gd name="csX8" fmla="*/ 329036 w 5555082"/>
              <a:gd name="csY8" fmla="*/ 110143 h 6999954"/>
              <a:gd name="csX0" fmla="*/ 369988 w 5555082"/>
              <a:gd name="csY0" fmla="*/ 116194 h 6917854"/>
              <a:gd name="csX1" fmla="*/ 3543405 w 5555082"/>
              <a:gd name="csY1" fmla="*/ 816071 h 6917854"/>
              <a:gd name="csX2" fmla="*/ 5555082 w 5555082"/>
              <a:gd name="csY2" fmla="*/ 921017 h 6917854"/>
              <a:gd name="csX3" fmla="*/ 4177214 w 5555082"/>
              <a:gd name="csY3" fmla="*/ 6477210 h 6917854"/>
              <a:gd name="csX4" fmla="*/ 2448160 w 5555082"/>
              <a:gd name="csY4" fmla="*/ 6711013 h 6917854"/>
              <a:gd name="csX5" fmla="*/ 153940 w 5555082"/>
              <a:gd name="csY5" fmla="*/ 6752230 h 6917854"/>
              <a:gd name="csX6" fmla="*/ 397928 w 5555082"/>
              <a:gd name="csY6" fmla="*/ 5413048 h 6917854"/>
              <a:gd name="csX7" fmla="*/ 700401 w 5555082"/>
              <a:gd name="csY7" fmla="*/ 3548678 h 6917854"/>
              <a:gd name="csX8" fmla="*/ 369988 w 5555082"/>
              <a:gd name="csY8" fmla="*/ 116194 h 6917854"/>
              <a:gd name="csX0" fmla="*/ 369988 w 5555082"/>
              <a:gd name="csY0" fmla="*/ 111253 h 6912913"/>
              <a:gd name="csX1" fmla="*/ 3543405 w 5555082"/>
              <a:gd name="csY1" fmla="*/ 811130 h 6912913"/>
              <a:gd name="csX2" fmla="*/ 5555082 w 5555082"/>
              <a:gd name="csY2" fmla="*/ 916076 h 6912913"/>
              <a:gd name="csX3" fmla="*/ 4177214 w 5555082"/>
              <a:gd name="csY3" fmla="*/ 6472269 h 6912913"/>
              <a:gd name="csX4" fmla="*/ 2448160 w 5555082"/>
              <a:gd name="csY4" fmla="*/ 6706072 h 6912913"/>
              <a:gd name="csX5" fmla="*/ 153940 w 5555082"/>
              <a:gd name="csY5" fmla="*/ 6747289 h 6912913"/>
              <a:gd name="csX6" fmla="*/ 397928 w 5555082"/>
              <a:gd name="csY6" fmla="*/ 5408107 h 6912913"/>
              <a:gd name="csX7" fmla="*/ 578489 w 5555082"/>
              <a:gd name="csY7" fmla="*/ 3461828 h 6912913"/>
              <a:gd name="csX8" fmla="*/ 369988 w 5555082"/>
              <a:gd name="csY8" fmla="*/ 111253 h 6912913"/>
              <a:gd name="csX0" fmla="*/ 369988 w 5555082"/>
              <a:gd name="csY0" fmla="*/ 130966 h 6932626"/>
              <a:gd name="csX1" fmla="*/ 3552332 w 5555082"/>
              <a:gd name="csY1" fmla="*/ 704483 h 6932626"/>
              <a:gd name="csX2" fmla="*/ 5555082 w 5555082"/>
              <a:gd name="csY2" fmla="*/ 935789 h 6932626"/>
              <a:gd name="csX3" fmla="*/ 4177214 w 5555082"/>
              <a:gd name="csY3" fmla="*/ 6491982 h 6932626"/>
              <a:gd name="csX4" fmla="*/ 2448160 w 5555082"/>
              <a:gd name="csY4" fmla="*/ 6725785 h 6932626"/>
              <a:gd name="csX5" fmla="*/ 153940 w 5555082"/>
              <a:gd name="csY5" fmla="*/ 6767002 h 6932626"/>
              <a:gd name="csX6" fmla="*/ 397928 w 5555082"/>
              <a:gd name="csY6" fmla="*/ 5427820 h 6932626"/>
              <a:gd name="csX7" fmla="*/ 578489 w 5555082"/>
              <a:gd name="csY7" fmla="*/ 3481541 h 6932626"/>
              <a:gd name="csX8" fmla="*/ 369988 w 5555082"/>
              <a:gd name="csY8" fmla="*/ 130966 h 6932626"/>
              <a:gd name="csX0" fmla="*/ 369988 w 5478952"/>
              <a:gd name="csY0" fmla="*/ 132570 h 6934230"/>
              <a:gd name="csX1" fmla="*/ 3552332 w 5478952"/>
              <a:gd name="csY1" fmla="*/ 706087 h 6934230"/>
              <a:gd name="csX2" fmla="*/ 5478952 w 5478952"/>
              <a:gd name="csY2" fmla="*/ 1035553 h 6934230"/>
              <a:gd name="csX3" fmla="*/ 4177214 w 5478952"/>
              <a:gd name="csY3" fmla="*/ 6493586 h 6934230"/>
              <a:gd name="csX4" fmla="*/ 2448160 w 5478952"/>
              <a:gd name="csY4" fmla="*/ 6727389 h 6934230"/>
              <a:gd name="csX5" fmla="*/ 153940 w 5478952"/>
              <a:gd name="csY5" fmla="*/ 6768606 h 6934230"/>
              <a:gd name="csX6" fmla="*/ 397928 w 5478952"/>
              <a:gd name="csY6" fmla="*/ 5429424 h 6934230"/>
              <a:gd name="csX7" fmla="*/ 578489 w 5478952"/>
              <a:gd name="csY7" fmla="*/ 3483145 h 6934230"/>
              <a:gd name="csX8" fmla="*/ 369988 w 5478952"/>
              <a:gd name="csY8" fmla="*/ 132570 h 6934230"/>
              <a:gd name="csX0" fmla="*/ 369988 w 5478952"/>
              <a:gd name="csY0" fmla="*/ 159142 h 6960802"/>
              <a:gd name="csX1" fmla="*/ 3652193 w 5478952"/>
              <a:gd name="csY1" fmla="*/ 592414 h 6960802"/>
              <a:gd name="csX2" fmla="*/ 5478952 w 5478952"/>
              <a:gd name="csY2" fmla="*/ 1062125 h 6960802"/>
              <a:gd name="csX3" fmla="*/ 4177214 w 5478952"/>
              <a:gd name="csY3" fmla="*/ 6520158 h 6960802"/>
              <a:gd name="csX4" fmla="*/ 2448160 w 5478952"/>
              <a:gd name="csY4" fmla="*/ 6753961 h 6960802"/>
              <a:gd name="csX5" fmla="*/ 153940 w 5478952"/>
              <a:gd name="csY5" fmla="*/ 6795178 h 6960802"/>
              <a:gd name="csX6" fmla="*/ 397928 w 5478952"/>
              <a:gd name="csY6" fmla="*/ 5455996 h 6960802"/>
              <a:gd name="csX7" fmla="*/ 578489 w 5478952"/>
              <a:gd name="csY7" fmla="*/ 3509717 h 6960802"/>
              <a:gd name="csX8" fmla="*/ 369988 w 5478952"/>
              <a:gd name="csY8" fmla="*/ 159142 h 6960802"/>
              <a:gd name="csX0" fmla="*/ 369988 w 5564640"/>
              <a:gd name="csY0" fmla="*/ 147155 h 6948815"/>
              <a:gd name="csX1" fmla="*/ 3652193 w 5564640"/>
              <a:gd name="csY1" fmla="*/ 580427 h 6948815"/>
              <a:gd name="csX2" fmla="*/ 5564640 w 5564640"/>
              <a:gd name="csY2" fmla="*/ 442659 h 6948815"/>
              <a:gd name="csX3" fmla="*/ 4177214 w 5564640"/>
              <a:gd name="csY3" fmla="*/ 6508171 h 6948815"/>
              <a:gd name="csX4" fmla="*/ 2448160 w 5564640"/>
              <a:gd name="csY4" fmla="*/ 6741974 h 6948815"/>
              <a:gd name="csX5" fmla="*/ 153940 w 5564640"/>
              <a:gd name="csY5" fmla="*/ 6783191 h 6948815"/>
              <a:gd name="csX6" fmla="*/ 397928 w 5564640"/>
              <a:gd name="csY6" fmla="*/ 5444009 h 6948815"/>
              <a:gd name="csX7" fmla="*/ 578489 w 5564640"/>
              <a:gd name="csY7" fmla="*/ 3497730 h 6948815"/>
              <a:gd name="csX8" fmla="*/ 369988 w 5564640"/>
              <a:gd name="csY8" fmla="*/ 147155 h 6948815"/>
              <a:gd name="csX0" fmla="*/ 369988 w 5564640"/>
              <a:gd name="csY0" fmla="*/ 186331 h 6987991"/>
              <a:gd name="csX1" fmla="*/ 3870626 w 5564640"/>
              <a:gd name="csY1" fmla="*/ 435852 h 6987991"/>
              <a:gd name="csX2" fmla="*/ 5564640 w 5564640"/>
              <a:gd name="csY2" fmla="*/ 481835 h 6987991"/>
              <a:gd name="csX3" fmla="*/ 4177214 w 5564640"/>
              <a:gd name="csY3" fmla="*/ 6547347 h 6987991"/>
              <a:gd name="csX4" fmla="*/ 2448160 w 5564640"/>
              <a:gd name="csY4" fmla="*/ 6781150 h 6987991"/>
              <a:gd name="csX5" fmla="*/ 153940 w 5564640"/>
              <a:gd name="csY5" fmla="*/ 6822367 h 6987991"/>
              <a:gd name="csX6" fmla="*/ 397928 w 5564640"/>
              <a:gd name="csY6" fmla="*/ 5483185 h 6987991"/>
              <a:gd name="csX7" fmla="*/ 578489 w 5564640"/>
              <a:gd name="csY7" fmla="*/ 3536906 h 6987991"/>
              <a:gd name="csX8" fmla="*/ 369988 w 5564640"/>
              <a:gd name="csY8" fmla="*/ 186331 h 6987991"/>
              <a:gd name="csX0" fmla="*/ 369988 w 5643837"/>
              <a:gd name="csY0" fmla="*/ 635372 h 7437032"/>
              <a:gd name="csX1" fmla="*/ 3870626 w 5643837"/>
              <a:gd name="csY1" fmla="*/ 884893 h 7437032"/>
              <a:gd name="csX2" fmla="*/ 5643837 w 5643837"/>
              <a:gd name="csY2" fmla="*/ 369418 h 7437032"/>
              <a:gd name="csX3" fmla="*/ 4177214 w 5643837"/>
              <a:gd name="csY3" fmla="*/ 6996388 h 7437032"/>
              <a:gd name="csX4" fmla="*/ 2448160 w 5643837"/>
              <a:gd name="csY4" fmla="*/ 7230191 h 7437032"/>
              <a:gd name="csX5" fmla="*/ 153940 w 5643837"/>
              <a:gd name="csY5" fmla="*/ 7271408 h 7437032"/>
              <a:gd name="csX6" fmla="*/ 397928 w 5643837"/>
              <a:gd name="csY6" fmla="*/ 5932226 h 7437032"/>
              <a:gd name="csX7" fmla="*/ 578489 w 5643837"/>
              <a:gd name="csY7" fmla="*/ 3985947 h 7437032"/>
              <a:gd name="csX8" fmla="*/ 369988 w 5643837"/>
              <a:gd name="csY8" fmla="*/ 635372 h 7437032"/>
              <a:gd name="csX0" fmla="*/ 369988 w 5643837"/>
              <a:gd name="csY0" fmla="*/ 674792 h 7476452"/>
              <a:gd name="csX1" fmla="*/ 4103232 w 5643837"/>
              <a:gd name="csY1" fmla="*/ 705076 h 7476452"/>
              <a:gd name="csX2" fmla="*/ 5643837 w 5643837"/>
              <a:gd name="csY2" fmla="*/ 408838 h 7476452"/>
              <a:gd name="csX3" fmla="*/ 4177214 w 5643837"/>
              <a:gd name="csY3" fmla="*/ 7035808 h 7476452"/>
              <a:gd name="csX4" fmla="*/ 2448160 w 5643837"/>
              <a:gd name="csY4" fmla="*/ 7269611 h 7476452"/>
              <a:gd name="csX5" fmla="*/ 153940 w 5643837"/>
              <a:gd name="csY5" fmla="*/ 7310828 h 7476452"/>
              <a:gd name="csX6" fmla="*/ 397928 w 5643837"/>
              <a:gd name="csY6" fmla="*/ 5971646 h 7476452"/>
              <a:gd name="csX7" fmla="*/ 578489 w 5643837"/>
              <a:gd name="csY7" fmla="*/ 4025367 h 7476452"/>
              <a:gd name="csX8" fmla="*/ 369988 w 5643837"/>
              <a:gd name="csY8" fmla="*/ 674792 h 7476452"/>
              <a:gd name="csX0" fmla="*/ 369988 w 5643837"/>
              <a:gd name="csY0" fmla="*/ 725406 h 7527066"/>
              <a:gd name="csX1" fmla="*/ 4103232 w 5643837"/>
              <a:gd name="csY1" fmla="*/ 755690 h 7527066"/>
              <a:gd name="csX2" fmla="*/ 5643837 w 5643837"/>
              <a:gd name="csY2" fmla="*/ 459452 h 7527066"/>
              <a:gd name="csX3" fmla="*/ 4177214 w 5643837"/>
              <a:gd name="csY3" fmla="*/ 7086422 h 7527066"/>
              <a:gd name="csX4" fmla="*/ 2448160 w 5643837"/>
              <a:gd name="csY4" fmla="*/ 7320225 h 7527066"/>
              <a:gd name="csX5" fmla="*/ 153940 w 5643837"/>
              <a:gd name="csY5" fmla="*/ 7361442 h 7527066"/>
              <a:gd name="csX6" fmla="*/ 397928 w 5643837"/>
              <a:gd name="csY6" fmla="*/ 6022260 h 7527066"/>
              <a:gd name="csX7" fmla="*/ 578489 w 5643837"/>
              <a:gd name="csY7" fmla="*/ 4075981 h 7527066"/>
              <a:gd name="csX8" fmla="*/ 369988 w 5643837"/>
              <a:gd name="csY8" fmla="*/ 725406 h 7527066"/>
              <a:gd name="csX0" fmla="*/ 369988 w 5643837"/>
              <a:gd name="csY0" fmla="*/ 745998 h 7547658"/>
              <a:gd name="csX1" fmla="*/ 4188053 w 5643837"/>
              <a:gd name="csY1" fmla="*/ 694886 h 7547658"/>
              <a:gd name="csX2" fmla="*/ 5643837 w 5643837"/>
              <a:gd name="csY2" fmla="*/ 480044 h 7547658"/>
              <a:gd name="csX3" fmla="*/ 4177214 w 5643837"/>
              <a:gd name="csY3" fmla="*/ 7107014 h 7547658"/>
              <a:gd name="csX4" fmla="*/ 2448160 w 5643837"/>
              <a:gd name="csY4" fmla="*/ 7340817 h 7547658"/>
              <a:gd name="csX5" fmla="*/ 153940 w 5643837"/>
              <a:gd name="csY5" fmla="*/ 7382034 h 7547658"/>
              <a:gd name="csX6" fmla="*/ 397928 w 5643837"/>
              <a:gd name="csY6" fmla="*/ 6042852 h 7547658"/>
              <a:gd name="csX7" fmla="*/ 578489 w 5643837"/>
              <a:gd name="csY7" fmla="*/ 4096573 h 7547658"/>
              <a:gd name="csX8" fmla="*/ 369988 w 5643837"/>
              <a:gd name="csY8" fmla="*/ 745998 h 7547658"/>
              <a:gd name="csX0" fmla="*/ 369988 w 5643837"/>
              <a:gd name="csY0" fmla="*/ 707232 h 7508892"/>
              <a:gd name="csX1" fmla="*/ 4183941 w 5643837"/>
              <a:gd name="csY1" fmla="*/ 815255 h 7508892"/>
              <a:gd name="csX2" fmla="*/ 5643837 w 5643837"/>
              <a:gd name="csY2" fmla="*/ 441278 h 7508892"/>
              <a:gd name="csX3" fmla="*/ 4177214 w 5643837"/>
              <a:gd name="csY3" fmla="*/ 7068248 h 7508892"/>
              <a:gd name="csX4" fmla="*/ 2448160 w 5643837"/>
              <a:gd name="csY4" fmla="*/ 7302051 h 7508892"/>
              <a:gd name="csX5" fmla="*/ 153940 w 5643837"/>
              <a:gd name="csY5" fmla="*/ 7343268 h 7508892"/>
              <a:gd name="csX6" fmla="*/ 397928 w 5643837"/>
              <a:gd name="csY6" fmla="*/ 6004086 h 7508892"/>
              <a:gd name="csX7" fmla="*/ 578489 w 5643837"/>
              <a:gd name="csY7" fmla="*/ 4057807 h 7508892"/>
              <a:gd name="csX8" fmla="*/ 369988 w 5643837"/>
              <a:gd name="csY8" fmla="*/ 707232 h 7508892"/>
              <a:gd name="csX0" fmla="*/ 369988 w 5643837"/>
              <a:gd name="csY0" fmla="*/ 693143 h 7494803"/>
              <a:gd name="csX1" fmla="*/ 4183941 w 5643837"/>
              <a:gd name="csY1" fmla="*/ 801166 h 7494803"/>
              <a:gd name="csX2" fmla="*/ 5643837 w 5643837"/>
              <a:gd name="csY2" fmla="*/ 427189 h 7494803"/>
              <a:gd name="csX3" fmla="*/ 4177214 w 5643837"/>
              <a:gd name="csY3" fmla="*/ 7054159 h 7494803"/>
              <a:gd name="csX4" fmla="*/ 2448160 w 5643837"/>
              <a:gd name="csY4" fmla="*/ 7287962 h 7494803"/>
              <a:gd name="csX5" fmla="*/ 153940 w 5643837"/>
              <a:gd name="csY5" fmla="*/ 7329179 h 7494803"/>
              <a:gd name="csX6" fmla="*/ 397928 w 5643837"/>
              <a:gd name="csY6" fmla="*/ 5989997 h 7494803"/>
              <a:gd name="csX7" fmla="*/ 578489 w 5643837"/>
              <a:gd name="csY7" fmla="*/ 4043718 h 7494803"/>
              <a:gd name="csX8" fmla="*/ 369988 w 5643837"/>
              <a:gd name="csY8" fmla="*/ 693143 h 7494803"/>
              <a:gd name="csX0" fmla="*/ 369988 w 5439083"/>
              <a:gd name="csY0" fmla="*/ 231175 h 7032835"/>
              <a:gd name="csX1" fmla="*/ 4183941 w 5439083"/>
              <a:gd name="csY1" fmla="*/ 339198 h 7032835"/>
              <a:gd name="csX2" fmla="*/ 5439083 w 5439083"/>
              <a:gd name="csY2" fmla="*/ 729669 h 7032835"/>
              <a:gd name="csX3" fmla="*/ 4177214 w 5439083"/>
              <a:gd name="csY3" fmla="*/ 6592191 h 7032835"/>
              <a:gd name="csX4" fmla="*/ 2448160 w 5439083"/>
              <a:gd name="csY4" fmla="*/ 6825994 h 7032835"/>
              <a:gd name="csX5" fmla="*/ 153940 w 5439083"/>
              <a:gd name="csY5" fmla="*/ 6867211 h 7032835"/>
              <a:gd name="csX6" fmla="*/ 397928 w 5439083"/>
              <a:gd name="csY6" fmla="*/ 5528029 h 7032835"/>
              <a:gd name="csX7" fmla="*/ 578489 w 5439083"/>
              <a:gd name="csY7" fmla="*/ 3581750 h 7032835"/>
              <a:gd name="csX8" fmla="*/ 369988 w 5439083"/>
              <a:gd name="csY8" fmla="*/ 231175 h 7032835"/>
              <a:gd name="csX0" fmla="*/ 369988 w 5439083"/>
              <a:gd name="csY0" fmla="*/ 231175 h 7032835"/>
              <a:gd name="csX1" fmla="*/ 4183941 w 5439083"/>
              <a:gd name="csY1" fmla="*/ 339198 h 7032835"/>
              <a:gd name="csX2" fmla="*/ 5439083 w 5439083"/>
              <a:gd name="csY2" fmla="*/ 729669 h 7032835"/>
              <a:gd name="csX3" fmla="*/ 4177214 w 5439083"/>
              <a:gd name="csY3" fmla="*/ 6592191 h 7032835"/>
              <a:gd name="csX4" fmla="*/ 2448160 w 5439083"/>
              <a:gd name="csY4" fmla="*/ 6825994 h 7032835"/>
              <a:gd name="csX5" fmla="*/ 153940 w 5439083"/>
              <a:gd name="csY5" fmla="*/ 6867211 h 7032835"/>
              <a:gd name="csX6" fmla="*/ 397928 w 5439083"/>
              <a:gd name="csY6" fmla="*/ 5528029 h 7032835"/>
              <a:gd name="csX7" fmla="*/ 578489 w 5439083"/>
              <a:gd name="csY7" fmla="*/ 3581750 h 7032835"/>
              <a:gd name="csX8" fmla="*/ 369988 w 5439083"/>
              <a:gd name="csY8" fmla="*/ 231175 h 7032835"/>
              <a:gd name="csX0" fmla="*/ 369988 w 5439275"/>
              <a:gd name="csY0" fmla="*/ 231175 h 7032835"/>
              <a:gd name="csX1" fmla="*/ 4183941 w 5439275"/>
              <a:gd name="csY1" fmla="*/ 339198 h 7032835"/>
              <a:gd name="csX2" fmla="*/ 5439083 w 5439275"/>
              <a:gd name="csY2" fmla="*/ 729669 h 7032835"/>
              <a:gd name="csX3" fmla="*/ 4177214 w 5439275"/>
              <a:gd name="csY3" fmla="*/ 6592191 h 7032835"/>
              <a:gd name="csX4" fmla="*/ 2448160 w 5439275"/>
              <a:gd name="csY4" fmla="*/ 6825994 h 7032835"/>
              <a:gd name="csX5" fmla="*/ 153940 w 5439275"/>
              <a:gd name="csY5" fmla="*/ 6867211 h 7032835"/>
              <a:gd name="csX6" fmla="*/ 397928 w 5439275"/>
              <a:gd name="csY6" fmla="*/ 5528029 h 7032835"/>
              <a:gd name="csX7" fmla="*/ 578489 w 5439275"/>
              <a:gd name="csY7" fmla="*/ 3581750 h 7032835"/>
              <a:gd name="csX8" fmla="*/ 369988 w 5439275"/>
              <a:gd name="csY8" fmla="*/ 231175 h 7032835"/>
              <a:gd name="csX0" fmla="*/ 369988 w 5345705"/>
              <a:gd name="csY0" fmla="*/ 228260 h 7029920"/>
              <a:gd name="csX1" fmla="*/ 4183941 w 5345705"/>
              <a:gd name="csY1" fmla="*/ 336283 h 7029920"/>
              <a:gd name="csX2" fmla="*/ 5345497 w 5345705"/>
              <a:gd name="csY2" fmla="*/ 640630 h 7029920"/>
              <a:gd name="csX3" fmla="*/ 4177214 w 5345705"/>
              <a:gd name="csY3" fmla="*/ 6589276 h 7029920"/>
              <a:gd name="csX4" fmla="*/ 2448160 w 5345705"/>
              <a:gd name="csY4" fmla="*/ 6823079 h 7029920"/>
              <a:gd name="csX5" fmla="*/ 153940 w 5345705"/>
              <a:gd name="csY5" fmla="*/ 6864296 h 7029920"/>
              <a:gd name="csX6" fmla="*/ 397928 w 5345705"/>
              <a:gd name="csY6" fmla="*/ 5525114 h 7029920"/>
              <a:gd name="csX7" fmla="*/ 578489 w 5345705"/>
              <a:gd name="csY7" fmla="*/ 3578835 h 7029920"/>
              <a:gd name="csX8" fmla="*/ 369988 w 5345705"/>
              <a:gd name="csY8" fmla="*/ 228260 h 7029920"/>
              <a:gd name="csX0" fmla="*/ 369988 w 5358243"/>
              <a:gd name="csY0" fmla="*/ 228260 h 7029920"/>
              <a:gd name="csX1" fmla="*/ 4183941 w 5358243"/>
              <a:gd name="csY1" fmla="*/ 336283 h 7029920"/>
              <a:gd name="csX2" fmla="*/ 5345497 w 5358243"/>
              <a:gd name="csY2" fmla="*/ 640630 h 7029920"/>
              <a:gd name="csX3" fmla="*/ 4177214 w 5358243"/>
              <a:gd name="csY3" fmla="*/ 6589276 h 7029920"/>
              <a:gd name="csX4" fmla="*/ 2448160 w 5358243"/>
              <a:gd name="csY4" fmla="*/ 6823079 h 7029920"/>
              <a:gd name="csX5" fmla="*/ 153940 w 5358243"/>
              <a:gd name="csY5" fmla="*/ 6864296 h 7029920"/>
              <a:gd name="csX6" fmla="*/ 397928 w 5358243"/>
              <a:gd name="csY6" fmla="*/ 5525114 h 7029920"/>
              <a:gd name="csX7" fmla="*/ 578489 w 5358243"/>
              <a:gd name="csY7" fmla="*/ 3578835 h 7029920"/>
              <a:gd name="csX8" fmla="*/ 369988 w 5358243"/>
              <a:gd name="csY8" fmla="*/ 228260 h 7029920"/>
              <a:gd name="csX0" fmla="*/ 369988 w 5358243"/>
              <a:gd name="csY0" fmla="*/ 228260 h 7029920"/>
              <a:gd name="csX1" fmla="*/ 4183941 w 5358243"/>
              <a:gd name="csY1" fmla="*/ 336283 h 7029920"/>
              <a:gd name="csX2" fmla="*/ 5345497 w 5358243"/>
              <a:gd name="csY2" fmla="*/ 640630 h 7029920"/>
              <a:gd name="csX3" fmla="*/ 4177214 w 5358243"/>
              <a:gd name="csY3" fmla="*/ 6589276 h 7029920"/>
              <a:gd name="csX4" fmla="*/ 2448160 w 5358243"/>
              <a:gd name="csY4" fmla="*/ 6823079 h 7029920"/>
              <a:gd name="csX5" fmla="*/ 153940 w 5358243"/>
              <a:gd name="csY5" fmla="*/ 6864296 h 7029920"/>
              <a:gd name="csX6" fmla="*/ 397928 w 5358243"/>
              <a:gd name="csY6" fmla="*/ 5525114 h 7029920"/>
              <a:gd name="csX7" fmla="*/ 578489 w 5358243"/>
              <a:gd name="csY7" fmla="*/ 3578835 h 7029920"/>
              <a:gd name="csX8" fmla="*/ 369988 w 5358243"/>
              <a:gd name="csY8" fmla="*/ 228260 h 7029920"/>
              <a:gd name="csX0" fmla="*/ 369988 w 5352167"/>
              <a:gd name="csY0" fmla="*/ 228260 h 7029920"/>
              <a:gd name="csX1" fmla="*/ 4183941 w 5352167"/>
              <a:gd name="csY1" fmla="*/ 336283 h 7029920"/>
              <a:gd name="csX2" fmla="*/ 5345497 w 5352167"/>
              <a:gd name="csY2" fmla="*/ 640630 h 7029920"/>
              <a:gd name="csX3" fmla="*/ 4177214 w 5352167"/>
              <a:gd name="csY3" fmla="*/ 6589276 h 7029920"/>
              <a:gd name="csX4" fmla="*/ 2448160 w 5352167"/>
              <a:gd name="csY4" fmla="*/ 6823079 h 7029920"/>
              <a:gd name="csX5" fmla="*/ 153940 w 5352167"/>
              <a:gd name="csY5" fmla="*/ 6864296 h 7029920"/>
              <a:gd name="csX6" fmla="*/ 397928 w 5352167"/>
              <a:gd name="csY6" fmla="*/ 5525114 h 7029920"/>
              <a:gd name="csX7" fmla="*/ 578489 w 5352167"/>
              <a:gd name="csY7" fmla="*/ 3578835 h 7029920"/>
              <a:gd name="csX8" fmla="*/ 369988 w 5352167"/>
              <a:gd name="csY8" fmla="*/ 228260 h 7029920"/>
              <a:gd name="csX0" fmla="*/ 369988 w 5300672"/>
              <a:gd name="csY0" fmla="*/ 228003 h 7029663"/>
              <a:gd name="csX1" fmla="*/ 4183941 w 5300672"/>
              <a:gd name="csY1" fmla="*/ 336026 h 7029663"/>
              <a:gd name="csX2" fmla="*/ 5293712 w 5300672"/>
              <a:gd name="csY2" fmla="*/ 632699 h 7029663"/>
              <a:gd name="csX3" fmla="*/ 4177214 w 5300672"/>
              <a:gd name="csY3" fmla="*/ 6589019 h 7029663"/>
              <a:gd name="csX4" fmla="*/ 2448160 w 5300672"/>
              <a:gd name="csY4" fmla="*/ 6822822 h 7029663"/>
              <a:gd name="csX5" fmla="*/ 153940 w 5300672"/>
              <a:gd name="csY5" fmla="*/ 6864039 h 7029663"/>
              <a:gd name="csX6" fmla="*/ 397928 w 5300672"/>
              <a:gd name="csY6" fmla="*/ 5524857 h 7029663"/>
              <a:gd name="csX7" fmla="*/ 578489 w 5300672"/>
              <a:gd name="csY7" fmla="*/ 3578578 h 7029663"/>
              <a:gd name="csX8" fmla="*/ 369988 w 5300672"/>
              <a:gd name="csY8" fmla="*/ 228003 h 7029663"/>
              <a:gd name="csX0" fmla="*/ 369988 w 5300672"/>
              <a:gd name="csY0" fmla="*/ 217406 h 7019066"/>
              <a:gd name="csX1" fmla="*/ 4363942 w 5300672"/>
              <a:gd name="csY1" fmla="*/ 361138 h 7019066"/>
              <a:gd name="csX2" fmla="*/ 5293712 w 5300672"/>
              <a:gd name="csY2" fmla="*/ 622102 h 7019066"/>
              <a:gd name="csX3" fmla="*/ 4177214 w 5300672"/>
              <a:gd name="csY3" fmla="*/ 6578422 h 7019066"/>
              <a:gd name="csX4" fmla="*/ 2448160 w 5300672"/>
              <a:gd name="csY4" fmla="*/ 6812225 h 7019066"/>
              <a:gd name="csX5" fmla="*/ 153940 w 5300672"/>
              <a:gd name="csY5" fmla="*/ 6853442 h 7019066"/>
              <a:gd name="csX6" fmla="*/ 397928 w 5300672"/>
              <a:gd name="csY6" fmla="*/ 5514260 h 7019066"/>
              <a:gd name="csX7" fmla="*/ 578489 w 5300672"/>
              <a:gd name="csY7" fmla="*/ 3567981 h 7019066"/>
              <a:gd name="csX8" fmla="*/ 369988 w 5300672"/>
              <a:gd name="csY8" fmla="*/ 217406 h 7019066"/>
              <a:gd name="csX0" fmla="*/ 369988 w 5300672"/>
              <a:gd name="csY0" fmla="*/ 214248 h 7015908"/>
              <a:gd name="csX1" fmla="*/ 4363942 w 5300672"/>
              <a:gd name="csY1" fmla="*/ 357980 h 7015908"/>
              <a:gd name="csX2" fmla="*/ 5293712 w 5300672"/>
              <a:gd name="csY2" fmla="*/ 618944 h 7015908"/>
              <a:gd name="csX3" fmla="*/ 4177214 w 5300672"/>
              <a:gd name="csY3" fmla="*/ 6575264 h 7015908"/>
              <a:gd name="csX4" fmla="*/ 2448160 w 5300672"/>
              <a:gd name="csY4" fmla="*/ 6809067 h 7015908"/>
              <a:gd name="csX5" fmla="*/ 153940 w 5300672"/>
              <a:gd name="csY5" fmla="*/ 6850284 h 7015908"/>
              <a:gd name="csX6" fmla="*/ 397928 w 5300672"/>
              <a:gd name="csY6" fmla="*/ 5511102 h 7015908"/>
              <a:gd name="csX7" fmla="*/ 578489 w 5300672"/>
              <a:gd name="csY7" fmla="*/ 3564823 h 7015908"/>
              <a:gd name="csX8" fmla="*/ 369988 w 5300672"/>
              <a:gd name="csY8" fmla="*/ 214248 h 7015908"/>
              <a:gd name="csX0" fmla="*/ 369988 w 5257260"/>
              <a:gd name="csY0" fmla="*/ 227477 h 7029137"/>
              <a:gd name="csX1" fmla="*/ 4363942 w 5257260"/>
              <a:gd name="csY1" fmla="*/ 371209 h 7029137"/>
              <a:gd name="csX2" fmla="*/ 5250036 w 5257260"/>
              <a:gd name="csY2" fmla="*/ 941811 h 7029137"/>
              <a:gd name="csX3" fmla="*/ 4177214 w 5257260"/>
              <a:gd name="csY3" fmla="*/ 6588493 h 7029137"/>
              <a:gd name="csX4" fmla="*/ 2448160 w 5257260"/>
              <a:gd name="csY4" fmla="*/ 6822296 h 7029137"/>
              <a:gd name="csX5" fmla="*/ 153940 w 5257260"/>
              <a:gd name="csY5" fmla="*/ 6863513 h 7029137"/>
              <a:gd name="csX6" fmla="*/ 397928 w 5257260"/>
              <a:gd name="csY6" fmla="*/ 5524331 h 7029137"/>
              <a:gd name="csX7" fmla="*/ 578489 w 5257260"/>
              <a:gd name="csY7" fmla="*/ 3578052 h 7029137"/>
              <a:gd name="csX8" fmla="*/ 369988 w 5257260"/>
              <a:gd name="csY8" fmla="*/ 227477 h 7029137"/>
              <a:gd name="csX0" fmla="*/ 369988 w 5257260"/>
              <a:gd name="csY0" fmla="*/ 227477 h 7029137"/>
              <a:gd name="csX1" fmla="*/ 4363942 w 5257260"/>
              <a:gd name="csY1" fmla="*/ 371209 h 7029137"/>
              <a:gd name="csX2" fmla="*/ 5250036 w 5257260"/>
              <a:gd name="csY2" fmla="*/ 941811 h 7029137"/>
              <a:gd name="csX3" fmla="*/ 4177214 w 5257260"/>
              <a:gd name="csY3" fmla="*/ 6588493 h 7029137"/>
              <a:gd name="csX4" fmla="*/ 2448160 w 5257260"/>
              <a:gd name="csY4" fmla="*/ 6822296 h 7029137"/>
              <a:gd name="csX5" fmla="*/ 153940 w 5257260"/>
              <a:gd name="csY5" fmla="*/ 6863513 h 7029137"/>
              <a:gd name="csX6" fmla="*/ 397928 w 5257260"/>
              <a:gd name="csY6" fmla="*/ 5524331 h 7029137"/>
              <a:gd name="csX7" fmla="*/ 578489 w 5257260"/>
              <a:gd name="csY7" fmla="*/ 3578052 h 7029137"/>
              <a:gd name="csX8" fmla="*/ 369988 w 5257260"/>
              <a:gd name="csY8" fmla="*/ 227477 h 7029137"/>
              <a:gd name="csX0" fmla="*/ 369988 w 5251399"/>
              <a:gd name="csY0" fmla="*/ 227477 h 7029137"/>
              <a:gd name="csX1" fmla="*/ 4363942 w 5251399"/>
              <a:gd name="csY1" fmla="*/ 371209 h 7029137"/>
              <a:gd name="csX2" fmla="*/ 5250036 w 5251399"/>
              <a:gd name="csY2" fmla="*/ 941811 h 7029137"/>
              <a:gd name="csX3" fmla="*/ 4177214 w 5251399"/>
              <a:gd name="csY3" fmla="*/ 6588493 h 7029137"/>
              <a:gd name="csX4" fmla="*/ 2448160 w 5251399"/>
              <a:gd name="csY4" fmla="*/ 6822296 h 7029137"/>
              <a:gd name="csX5" fmla="*/ 153940 w 5251399"/>
              <a:gd name="csY5" fmla="*/ 6863513 h 7029137"/>
              <a:gd name="csX6" fmla="*/ 397928 w 5251399"/>
              <a:gd name="csY6" fmla="*/ 5524331 h 7029137"/>
              <a:gd name="csX7" fmla="*/ 578489 w 5251399"/>
              <a:gd name="csY7" fmla="*/ 3578052 h 7029137"/>
              <a:gd name="csX8" fmla="*/ 369988 w 5251399"/>
              <a:gd name="csY8" fmla="*/ 227477 h 702913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5251399" h="7029137">
                <a:moveTo>
                  <a:pt x="369988" y="227477"/>
                </a:moveTo>
                <a:cubicBezTo>
                  <a:pt x="1000897" y="-306997"/>
                  <a:pt x="3550601" y="252153"/>
                  <a:pt x="4363942" y="371209"/>
                </a:cubicBezTo>
                <a:cubicBezTo>
                  <a:pt x="5177283" y="490265"/>
                  <a:pt x="5164004" y="622415"/>
                  <a:pt x="5250036" y="941811"/>
                </a:cubicBezTo>
                <a:cubicBezTo>
                  <a:pt x="5293586" y="1205617"/>
                  <a:pt x="4280284" y="6215526"/>
                  <a:pt x="4177214" y="6588493"/>
                </a:cubicBezTo>
                <a:cubicBezTo>
                  <a:pt x="3735280" y="7478096"/>
                  <a:pt x="3096883" y="6542178"/>
                  <a:pt x="2448160" y="6822296"/>
                </a:cubicBezTo>
                <a:cubicBezTo>
                  <a:pt x="1799437" y="7102414"/>
                  <a:pt x="495645" y="7079840"/>
                  <a:pt x="153940" y="6863513"/>
                </a:cubicBezTo>
                <a:cubicBezTo>
                  <a:pt x="-187765" y="6647186"/>
                  <a:pt x="104874" y="5818557"/>
                  <a:pt x="397928" y="5524331"/>
                </a:cubicBezTo>
                <a:cubicBezTo>
                  <a:pt x="602881" y="5034644"/>
                  <a:pt x="623205" y="4460717"/>
                  <a:pt x="578489" y="3578052"/>
                </a:cubicBezTo>
                <a:cubicBezTo>
                  <a:pt x="422277" y="2585958"/>
                  <a:pt x="-260921" y="761951"/>
                  <a:pt x="369988" y="227477"/>
                </a:cubicBezTo>
                <a:close/>
              </a:path>
            </a:pathLst>
          </a:custGeom>
          <a:solidFill>
            <a:schemeClr val="accent5">
              <a:lumMod val="20000"/>
              <a:lumOff val="80000"/>
            </a:schemeClr>
          </a:solidFill>
          <a:ln w="28575">
            <a:noFill/>
            <a:prstDash val="solid"/>
          </a:ln>
          <a:effectLst/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1" anchor="ctr"/>
          <a:lstStyle/>
          <a:p>
            <a:pPr algn="r" rtl="1"/>
            <a:endParaRPr lang="en-US" sz="4000" b="1">
              <a:solidFill>
                <a:schemeClr val="bg1"/>
              </a:solidFill>
              <a:highlight>
                <a:srgbClr val="800080"/>
              </a:highligh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7" name="Oval 29">
            <a:extLst>
              <a:ext uri="{FF2B5EF4-FFF2-40B4-BE49-F238E27FC236}">
                <a16:creationId xmlns:a16="http://schemas.microsoft.com/office/drawing/2014/main" id="{52C673DC-6075-A1DB-A17D-97DDDC88F6C6}"/>
              </a:ext>
            </a:extLst>
          </p:cNvPr>
          <p:cNvSpPr/>
          <p:nvPr/>
        </p:nvSpPr>
        <p:spPr bwMode="auto">
          <a:xfrm rot="17046999">
            <a:off x="7240543" y="1330382"/>
            <a:ext cx="4398995" cy="5763098"/>
          </a:xfrm>
          <a:custGeom>
            <a:avLst/>
            <a:gdLst>
              <a:gd name="csX0" fmla="*/ 0 w 5678600"/>
              <a:gd name="csY0" fmla="*/ 3658973 h 7317945"/>
              <a:gd name="csX1" fmla="*/ 2839300 w 5678600"/>
              <a:gd name="csY1" fmla="*/ 0 h 7317945"/>
              <a:gd name="csX2" fmla="*/ 5678600 w 5678600"/>
              <a:gd name="csY2" fmla="*/ 3658973 h 7317945"/>
              <a:gd name="csX3" fmla="*/ 2839300 w 5678600"/>
              <a:gd name="csY3" fmla="*/ 7317946 h 7317945"/>
              <a:gd name="csX4" fmla="*/ 0 w 5678600"/>
              <a:gd name="csY4" fmla="*/ 3658973 h 7317945"/>
              <a:gd name="csX0" fmla="*/ 0 w 5127434"/>
              <a:gd name="csY0" fmla="*/ 3659351 h 7318665"/>
              <a:gd name="csX1" fmla="*/ 2839300 w 5127434"/>
              <a:gd name="csY1" fmla="*/ 378 h 7318665"/>
              <a:gd name="csX2" fmla="*/ 5127434 w 5127434"/>
              <a:gd name="csY2" fmla="*/ 3492962 h 7318665"/>
              <a:gd name="csX3" fmla="*/ 2839300 w 5127434"/>
              <a:gd name="csY3" fmla="*/ 7318324 h 7318665"/>
              <a:gd name="csX4" fmla="*/ 0 w 5127434"/>
              <a:gd name="csY4" fmla="*/ 3659351 h 7318665"/>
              <a:gd name="csX0" fmla="*/ 0 w 5637665"/>
              <a:gd name="csY0" fmla="*/ 3659309 h 7318623"/>
              <a:gd name="csX1" fmla="*/ 2839300 w 5637665"/>
              <a:gd name="csY1" fmla="*/ 336 h 7318623"/>
              <a:gd name="csX2" fmla="*/ 5127434 w 5637665"/>
              <a:gd name="csY2" fmla="*/ 3492920 h 7318623"/>
              <a:gd name="csX3" fmla="*/ 2839300 w 5637665"/>
              <a:gd name="csY3" fmla="*/ 7318282 h 7318623"/>
              <a:gd name="csX4" fmla="*/ 0 w 5637665"/>
              <a:gd name="csY4" fmla="*/ 3659309 h 7318623"/>
              <a:gd name="csX0" fmla="*/ 0 w 5637665"/>
              <a:gd name="csY0" fmla="*/ 3659309 h 7318623"/>
              <a:gd name="csX1" fmla="*/ 2839300 w 5637665"/>
              <a:gd name="csY1" fmla="*/ 336 h 7318623"/>
              <a:gd name="csX2" fmla="*/ 5127434 w 5637665"/>
              <a:gd name="csY2" fmla="*/ 3492920 h 7318623"/>
              <a:gd name="csX3" fmla="*/ 2839300 w 5637665"/>
              <a:gd name="csY3" fmla="*/ 7318282 h 7318623"/>
              <a:gd name="csX4" fmla="*/ 0 w 5637665"/>
              <a:gd name="csY4" fmla="*/ 3659309 h 7318623"/>
              <a:gd name="csX0" fmla="*/ 0 w 5556500"/>
              <a:gd name="csY0" fmla="*/ 3659563 h 7318877"/>
              <a:gd name="csX1" fmla="*/ 2839300 w 5556500"/>
              <a:gd name="csY1" fmla="*/ 590 h 7318877"/>
              <a:gd name="csX2" fmla="*/ 5127434 w 5556500"/>
              <a:gd name="csY2" fmla="*/ 3493174 h 7318877"/>
              <a:gd name="csX3" fmla="*/ 2839300 w 5556500"/>
              <a:gd name="csY3" fmla="*/ 7318536 h 7318877"/>
              <a:gd name="csX4" fmla="*/ 0 w 5556500"/>
              <a:gd name="csY4" fmla="*/ 3659563 h 7318877"/>
              <a:gd name="csX0" fmla="*/ 43 w 5563315"/>
              <a:gd name="csY0" fmla="*/ 3308805 h 6968004"/>
              <a:gd name="csX1" fmla="*/ 2903994 w 5563315"/>
              <a:gd name="csY1" fmla="*/ 913 h 6968004"/>
              <a:gd name="csX2" fmla="*/ 5127477 w 5563315"/>
              <a:gd name="csY2" fmla="*/ 3142416 h 6968004"/>
              <a:gd name="csX3" fmla="*/ 2839343 w 5563315"/>
              <a:gd name="csY3" fmla="*/ 6967778 h 6968004"/>
              <a:gd name="csX4" fmla="*/ 43 w 5563315"/>
              <a:gd name="csY4" fmla="*/ 3308805 h 6968004"/>
              <a:gd name="csX0" fmla="*/ 60 w 4894157"/>
              <a:gd name="csY0" fmla="*/ 1630203 h 7043433"/>
              <a:gd name="csX1" fmla="*/ 2245373 w 4894157"/>
              <a:gd name="csY1" fmla="*/ 55990 h 7043433"/>
              <a:gd name="csX2" fmla="*/ 4468856 w 4894157"/>
              <a:gd name="csY2" fmla="*/ 3197493 h 7043433"/>
              <a:gd name="csX3" fmla="*/ 2180722 w 4894157"/>
              <a:gd name="csY3" fmla="*/ 7022855 h 7043433"/>
              <a:gd name="csX4" fmla="*/ 60 w 4894157"/>
              <a:gd name="csY4" fmla="*/ 1630203 h 7043433"/>
              <a:gd name="csX0" fmla="*/ 120413 w 5014510"/>
              <a:gd name="csY0" fmla="*/ 1631920 h 7230796"/>
              <a:gd name="csX1" fmla="*/ 2365726 w 5014510"/>
              <a:gd name="csY1" fmla="*/ 57707 h 7230796"/>
              <a:gd name="csX2" fmla="*/ 4589209 w 5014510"/>
              <a:gd name="csY2" fmla="*/ 3199210 h 7230796"/>
              <a:gd name="csX3" fmla="*/ 760880 w 5014510"/>
              <a:gd name="csY3" fmla="*/ 7211640 h 7230796"/>
              <a:gd name="csX4" fmla="*/ 120413 w 5014510"/>
              <a:gd name="csY4" fmla="*/ 1631920 h 7230796"/>
              <a:gd name="csX0" fmla="*/ 346956 w 5241053"/>
              <a:gd name="csY0" fmla="*/ 1631920 h 7259305"/>
              <a:gd name="csX1" fmla="*/ 2592269 w 5241053"/>
              <a:gd name="csY1" fmla="*/ 57707 h 7259305"/>
              <a:gd name="csX2" fmla="*/ 4815752 w 5241053"/>
              <a:gd name="csY2" fmla="*/ 3199210 h 7259305"/>
              <a:gd name="csX3" fmla="*/ 987423 w 5241053"/>
              <a:gd name="csY3" fmla="*/ 7211640 h 7259305"/>
              <a:gd name="csX4" fmla="*/ 346956 w 5241053"/>
              <a:gd name="csY4" fmla="*/ 1631920 h 7259305"/>
              <a:gd name="csX0" fmla="*/ 349977 w 5248987"/>
              <a:gd name="csY0" fmla="*/ 1677593 h 7304978"/>
              <a:gd name="csX1" fmla="*/ 2643077 w 5248987"/>
              <a:gd name="csY1" fmla="*/ 55378 h 7304978"/>
              <a:gd name="csX2" fmla="*/ 4818773 w 5248987"/>
              <a:gd name="csY2" fmla="*/ 3244883 h 7304978"/>
              <a:gd name="csX3" fmla="*/ 990444 w 5248987"/>
              <a:gd name="csY3" fmla="*/ 7257313 h 7304978"/>
              <a:gd name="csX4" fmla="*/ 349977 w 5248987"/>
              <a:gd name="csY4" fmla="*/ 1677593 h 7304978"/>
              <a:gd name="csX0" fmla="*/ 349977 w 5236960"/>
              <a:gd name="csY0" fmla="*/ 1627449 h 7254834"/>
              <a:gd name="csX1" fmla="*/ 2643077 w 5236960"/>
              <a:gd name="csY1" fmla="*/ 5234 h 7254834"/>
              <a:gd name="csX2" fmla="*/ 4818773 w 5236960"/>
              <a:gd name="csY2" fmla="*/ 3194739 h 7254834"/>
              <a:gd name="csX3" fmla="*/ 990444 w 5236960"/>
              <a:gd name="csY3" fmla="*/ 7207169 h 7254834"/>
              <a:gd name="csX4" fmla="*/ 349977 w 5236960"/>
              <a:gd name="csY4" fmla="*/ 1627449 h 7254834"/>
              <a:gd name="csX0" fmla="*/ 119626 w 5043533"/>
              <a:gd name="csY0" fmla="*/ 1463253 h 7315371"/>
              <a:gd name="csX1" fmla="*/ 2437231 w 5043533"/>
              <a:gd name="csY1" fmla="*/ 88439 h 7315371"/>
              <a:gd name="csX2" fmla="*/ 4612927 w 5043533"/>
              <a:gd name="csY2" fmla="*/ 3277944 h 7315371"/>
              <a:gd name="csX3" fmla="*/ 784598 w 5043533"/>
              <a:gd name="csY3" fmla="*/ 7290374 h 7315371"/>
              <a:gd name="csX4" fmla="*/ 119626 w 5043533"/>
              <a:gd name="csY4" fmla="*/ 1463253 h 7315371"/>
              <a:gd name="csX0" fmla="*/ 105918 w 5029825"/>
              <a:gd name="csY0" fmla="*/ 1443927 h 7296045"/>
              <a:gd name="csX1" fmla="*/ 2423523 w 5029825"/>
              <a:gd name="csY1" fmla="*/ 69113 h 7296045"/>
              <a:gd name="csX2" fmla="*/ 4599219 w 5029825"/>
              <a:gd name="csY2" fmla="*/ 3258618 h 7296045"/>
              <a:gd name="csX3" fmla="*/ 770890 w 5029825"/>
              <a:gd name="csY3" fmla="*/ 7271048 h 7296045"/>
              <a:gd name="csX4" fmla="*/ 105918 w 5029825"/>
              <a:gd name="csY4" fmla="*/ 1443927 h 7296045"/>
              <a:gd name="csX0" fmla="*/ 183921 w 5107828"/>
              <a:gd name="csY0" fmla="*/ 1443927 h 7398576"/>
              <a:gd name="csX1" fmla="*/ 2501526 w 5107828"/>
              <a:gd name="csY1" fmla="*/ 69113 h 7398576"/>
              <a:gd name="csX2" fmla="*/ 4677222 w 5107828"/>
              <a:gd name="csY2" fmla="*/ 3258618 h 7398576"/>
              <a:gd name="csX3" fmla="*/ 848893 w 5107828"/>
              <a:gd name="csY3" fmla="*/ 7271048 h 7398576"/>
              <a:gd name="csX4" fmla="*/ 183921 w 5107828"/>
              <a:gd name="csY4" fmla="*/ 1443927 h 7398576"/>
              <a:gd name="csX0" fmla="*/ 395880 w 5319787"/>
              <a:gd name="csY0" fmla="*/ 1458340 h 7091336"/>
              <a:gd name="csX1" fmla="*/ 2713485 w 5319787"/>
              <a:gd name="csY1" fmla="*/ 83526 h 7091336"/>
              <a:gd name="csX2" fmla="*/ 4889181 w 5319787"/>
              <a:gd name="csY2" fmla="*/ 3273031 h 7091336"/>
              <a:gd name="csX3" fmla="*/ 676940 w 5319787"/>
              <a:gd name="csY3" fmla="*/ 6951063 h 7091336"/>
              <a:gd name="csX4" fmla="*/ 395880 w 5319787"/>
              <a:gd name="csY4" fmla="*/ 1458340 h 7091336"/>
              <a:gd name="csX0" fmla="*/ 260637 w 5041744"/>
              <a:gd name="csY0" fmla="*/ 1484778 h 7026385"/>
              <a:gd name="csX1" fmla="*/ 2578242 w 5041744"/>
              <a:gd name="csY1" fmla="*/ 109964 h 7026385"/>
              <a:gd name="csX2" fmla="*/ 4596837 w 5041744"/>
              <a:gd name="csY2" fmla="*/ 3720161 h 7026385"/>
              <a:gd name="csX3" fmla="*/ 541697 w 5041744"/>
              <a:gd name="csY3" fmla="*/ 6977501 h 7026385"/>
              <a:gd name="csX4" fmla="*/ 260637 w 5041744"/>
              <a:gd name="csY4" fmla="*/ 1484778 h 7026385"/>
              <a:gd name="csX0" fmla="*/ 316639 w 5210603"/>
              <a:gd name="csY0" fmla="*/ 1435776 h 6977383"/>
              <a:gd name="csX1" fmla="*/ 3451192 w 5210603"/>
              <a:gd name="csY1" fmla="*/ 114895 h 6977383"/>
              <a:gd name="csX2" fmla="*/ 4652839 w 5210603"/>
              <a:gd name="csY2" fmla="*/ 3671159 h 6977383"/>
              <a:gd name="csX3" fmla="*/ 597699 w 5210603"/>
              <a:gd name="csY3" fmla="*/ 6928499 h 6977383"/>
              <a:gd name="csX4" fmla="*/ 316639 w 5210603"/>
              <a:gd name="csY4" fmla="*/ 1435776 h 6977383"/>
              <a:gd name="csX0" fmla="*/ 316640 w 5242461"/>
              <a:gd name="csY0" fmla="*/ 1321869 h 6863476"/>
              <a:gd name="csX1" fmla="*/ 3451193 w 5242461"/>
              <a:gd name="csY1" fmla="*/ 988 h 6863476"/>
              <a:gd name="csX2" fmla="*/ 4652840 w 5242461"/>
              <a:gd name="csY2" fmla="*/ 3557252 h 6863476"/>
              <a:gd name="csX3" fmla="*/ 597700 w 5242461"/>
              <a:gd name="csY3" fmla="*/ 6814592 h 6863476"/>
              <a:gd name="csX4" fmla="*/ 316640 w 5242461"/>
              <a:gd name="csY4" fmla="*/ 1321869 h 6863476"/>
              <a:gd name="csX0" fmla="*/ 182355 w 5667392"/>
              <a:gd name="csY0" fmla="*/ 1079957 h 7114685"/>
              <a:gd name="csX1" fmla="*/ 3892959 w 5667392"/>
              <a:gd name="csY1" fmla="*/ 233704 h 7114685"/>
              <a:gd name="csX2" fmla="*/ 5094606 w 5667392"/>
              <a:gd name="csY2" fmla="*/ 3789968 h 7114685"/>
              <a:gd name="csX3" fmla="*/ 1039466 w 5667392"/>
              <a:gd name="csY3" fmla="*/ 7047308 h 7114685"/>
              <a:gd name="csX4" fmla="*/ 182355 w 5667392"/>
              <a:gd name="csY4" fmla="*/ 1079957 h 7114685"/>
              <a:gd name="csX0" fmla="*/ 222668 w 5471196"/>
              <a:gd name="csY0" fmla="*/ 1101670 h 7102718"/>
              <a:gd name="csX1" fmla="*/ 3702848 w 5471196"/>
              <a:gd name="csY1" fmla="*/ 223057 h 7102718"/>
              <a:gd name="csX2" fmla="*/ 4904495 w 5471196"/>
              <a:gd name="csY2" fmla="*/ 3779321 h 7102718"/>
              <a:gd name="csX3" fmla="*/ 849355 w 5471196"/>
              <a:gd name="csY3" fmla="*/ 7036661 h 7102718"/>
              <a:gd name="csX4" fmla="*/ 222668 w 5471196"/>
              <a:gd name="csY4" fmla="*/ 1101670 h 7102718"/>
              <a:gd name="csX0" fmla="*/ 394952 w 5643480"/>
              <a:gd name="csY0" fmla="*/ 1101670 h 7108047"/>
              <a:gd name="csX1" fmla="*/ 3875132 w 5643480"/>
              <a:gd name="csY1" fmla="*/ 223057 h 7108047"/>
              <a:gd name="csX2" fmla="*/ 5076779 w 5643480"/>
              <a:gd name="csY2" fmla="*/ 3779321 h 7108047"/>
              <a:gd name="csX3" fmla="*/ 1021639 w 5643480"/>
              <a:gd name="csY3" fmla="*/ 7036661 h 7108047"/>
              <a:gd name="csX4" fmla="*/ 394952 w 5643480"/>
              <a:gd name="csY4" fmla="*/ 1101670 h 7108047"/>
              <a:gd name="csX0" fmla="*/ 217195 w 5331008"/>
              <a:gd name="csY0" fmla="*/ 1175903 h 7285675"/>
              <a:gd name="csX1" fmla="*/ 3697375 w 5331008"/>
              <a:gd name="csY1" fmla="*/ 297290 h 7285675"/>
              <a:gd name="csX2" fmla="*/ 4739322 w 5331008"/>
              <a:gd name="csY2" fmla="*/ 4856073 h 7285675"/>
              <a:gd name="csX3" fmla="*/ 843882 w 5331008"/>
              <a:gd name="csY3" fmla="*/ 7110894 h 7285675"/>
              <a:gd name="csX4" fmla="*/ 217195 w 5331008"/>
              <a:gd name="csY4" fmla="*/ 1175903 h 7285675"/>
              <a:gd name="csX0" fmla="*/ 264404 w 5528947"/>
              <a:gd name="csY0" fmla="*/ 1167451 h 7277223"/>
              <a:gd name="csX1" fmla="*/ 4383389 w 5528947"/>
              <a:gd name="csY1" fmla="*/ 299619 h 7277223"/>
              <a:gd name="csX2" fmla="*/ 4786531 w 5528947"/>
              <a:gd name="csY2" fmla="*/ 4847621 h 7277223"/>
              <a:gd name="csX3" fmla="*/ 891091 w 5528947"/>
              <a:gd name="csY3" fmla="*/ 7102442 h 7277223"/>
              <a:gd name="csX4" fmla="*/ 264404 w 5528947"/>
              <a:gd name="csY4" fmla="*/ 1167451 h 7277223"/>
              <a:gd name="csX0" fmla="*/ 666933 w 5931477"/>
              <a:gd name="csY0" fmla="*/ 1167451 h 7349905"/>
              <a:gd name="csX1" fmla="*/ 4785918 w 5931477"/>
              <a:gd name="csY1" fmla="*/ 299619 h 7349905"/>
              <a:gd name="csX2" fmla="*/ 5189060 w 5931477"/>
              <a:gd name="csY2" fmla="*/ 4847621 h 7349905"/>
              <a:gd name="csX3" fmla="*/ 1293620 w 5931477"/>
              <a:gd name="csY3" fmla="*/ 7102442 h 7349905"/>
              <a:gd name="csX4" fmla="*/ 666933 w 5931477"/>
              <a:gd name="csY4" fmla="*/ 1167451 h 7349905"/>
              <a:gd name="csX0" fmla="*/ 661874 w 5902731"/>
              <a:gd name="csY0" fmla="*/ 832907 h 7015361"/>
              <a:gd name="csX1" fmla="*/ 4696614 w 5902731"/>
              <a:gd name="csY1" fmla="*/ 433384 h 7015361"/>
              <a:gd name="csX2" fmla="*/ 5184001 w 5902731"/>
              <a:gd name="csY2" fmla="*/ 4513077 h 7015361"/>
              <a:gd name="csX3" fmla="*/ 1288561 w 5902731"/>
              <a:gd name="csY3" fmla="*/ 6767898 h 7015361"/>
              <a:gd name="csX4" fmla="*/ 661874 w 5902731"/>
              <a:gd name="csY4" fmla="*/ 832907 h 7015361"/>
              <a:gd name="csX0" fmla="*/ 661874 w 5963556"/>
              <a:gd name="csY0" fmla="*/ 802174 h 6984628"/>
              <a:gd name="csX1" fmla="*/ 4696614 w 5963556"/>
              <a:gd name="csY1" fmla="*/ 402651 h 6984628"/>
              <a:gd name="csX2" fmla="*/ 5184001 w 5963556"/>
              <a:gd name="csY2" fmla="*/ 4482344 h 6984628"/>
              <a:gd name="csX3" fmla="*/ 1288561 w 5963556"/>
              <a:gd name="csY3" fmla="*/ 6737165 h 6984628"/>
              <a:gd name="csX4" fmla="*/ 661874 w 5963556"/>
              <a:gd name="csY4" fmla="*/ 802174 h 6984628"/>
              <a:gd name="csX0" fmla="*/ 679365 w 5981047"/>
              <a:gd name="csY0" fmla="*/ 1068233 h 7250687"/>
              <a:gd name="csX1" fmla="*/ 4714105 w 5981047"/>
              <a:gd name="csY1" fmla="*/ 668710 h 7250687"/>
              <a:gd name="csX2" fmla="*/ 5201492 w 5981047"/>
              <a:gd name="csY2" fmla="*/ 4748403 h 7250687"/>
              <a:gd name="csX3" fmla="*/ 1306052 w 5981047"/>
              <a:gd name="csY3" fmla="*/ 7003224 h 7250687"/>
              <a:gd name="csX4" fmla="*/ 679365 w 5981047"/>
              <a:gd name="csY4" fmla="*/ 1068233 h 7250687"/>
              <a:gd name="csX0" fmla="*/ 660877 w 5957462"/>
              <a:gd name="csY0" fmla="*/ 861777 h 7044231"/>
              <a:gd name="csX1" fmla="*/ 4678983 w 5957462"/>
              <a:gd name="csY1" fmla="*/ 369411 h 7044231"/>
              <a:gd name="csX2" fmla="*/ 5183004 w 5957462"/>
              <a:gd name="csY2" fmla="*/ 4541947 h 7044231"/>
              <a:gd name="csX3" fmla="*/ 1287564 w 5957462"/>
              <a:gd name="csY3" fmla="*/ 6796768 h 7044231"/>
              <a:gd name="csX4" fmla="*/ 660877 w 5957462"/>
              <a:gd name="csY4" fmla="*/ 861777 h 7044231"/>
              <a:gd name="csX0" fmla="*/ 660876 w 6004790"/>
              <a:gd name="csY0" fmla="*/ 1085878 h 7268332"/>
              <a:gd name="csX1" fmla="*/ 4678982 w 6004790"/>
              <a:gd name="csY1" fmla="*/ 593512 h 7268332"/>
              <a:gd name="csX2" fmla="*/ 5183003 w 6004790"/>
              <a:gd name="csY2" fmla="*/ 4766048 h 7268332"/>
              <a:gd name="csX3" fmla="*/ 1287563 w 6004790"/>
              <a:gd name="csY3" fmla="*/ 7020869 h 7268332"/>
              <a:gd name="csX4" fmla="*/ 660876 w 6004790"/>
              <a:gd name="csY4" fmla="*/ 1085878 h 7268332"/>
              <a:gd name="csX0" fmla="*/ 688934 w 6211322"/>
              <a:gd name="csY0" fmla="*/ 736712 h 6919166"/>
              <a:gd name="csX1" fmla="*/ 5171282 w 6211322"/>
              <a:gd name="csY1" fmla="*/ 793377 h 6919166"/>
              <a:gd name="csX2" fmla="*/ 5211061 w 6211322"/>
              <a:gd name="csY2" fmla="*/ 4416882 h 6919166"/>
              <a:gd name="csX3" fmla="*/ 1315621 w 6211322"/>
              <a:gd name="csY3" fmla="*/ 6671703 h 6919166"/>
              <a:gd name="csX4" fmla="*/ 688934 w 6211322"/>
              <a:gd name="csY4" fmla="*/ 736712 h 6919166"/>
              <a:gd name="csX0" fmla="*/ 269364 w 5254351"/>
              <a:gd name="csY0" fmla="*/ 624383 h 6910924"/>
              <a:gd name="csX1" fmla="*/ 4751712 w 5254351"/>
              <a:gd name="csY1" fmla="*/ 681048 h 6910924"/>
              <a:gd name="csX2" fmla="*/ 4120238 w 5254351"/>
              <a:gd name="csY2" fmla="*/ 5084716 h 6910924"/>
              <a:gd name="csX3" fmla="*/ 896051 w 5254351"/>
              <a:gd name="csY3" fmla="*/ 6559374 h 6910924"/>
              <a:gd name="csX4" fmla="*/ 269364 w 5254351"/>
              <a:gd name="csY4" fmla="*/ 624383 h 6910924"/>
              <a:gd name="csX0" fmla="*/ 382980 w 5367966"/>
              <a:gd name="csY0" fmla="*/ 719818 h 7006359"/>
              <a:gd name="csX1" fmla="*/ 4865328 w 5367966"/>
              <a:gd name="csY1" fmla="*/ 776483 h 7006359"/>
              <a:gd name="csX2" fmla="*/ 4233854 w 5367966"/>
              <a:gd name="csY2" fmla="*/ 5180151 h 7006359"/>
              <a:gd name="csX3" fmla="*/ 1009667 w 5367966"/>
              <a:gd name="csY3" fmla="*/ 6654809 h 7006359"/>
              <a:gd name="csX4" fmla="*/ 382980 w 5367966"/>
              <a:gd name="csY4" fmla="*/ 719818 h 7006359"/>
              <a:gd name="csX0" fmla="*/ 482648 w 5014320"/>
              <a:gd name="csY0" fmla="*/ 557175 h 7477700"/>
              <a:gd name="csX1" fmla="*/ 4540247 w 5014320"/>
              <a:gd name="csY1" fmla="*/ 1204220 h 7477700"/>
              <a:gd name="csX2" fmla="*/ 3908773 w 5014320"/>
              <a:gd name="csY2" fmla="*/ 5607888 h 7477700"/>
              <a:gd name="csX3" fmla="*/ 684586 w 5014320"/>
              <a:gd name="csY3" fmla="*/ 7082546 h 7477700"/>
              <a:gd name="csX4" fmla="*/ 482648 w 5014320"/>
              <a:gd name="csY4" fmla="*/ 557175 h 7477700"/>
              <a:gd name="csX0" fmla="*/ 844350 w 5376022"/>
              <a:gd name="csY0" fmla="*/ 557176 h 7758830"/>
              <a:gd name="csX1" fmla="*/ 4901949 w 5376022"/>
              <a:gd name="csY1" fmla="*/ 1204221 h 7758830"/>
              <a:gd name="csX2" fmla="*/ 4270475 w 5376022"/>
              <a:gd name="csY2" fmla="*/ 5607889 h 7758830"/>
              <a:gd name="csX3" fmla="*/ 1046288 w 5376022"/>
              <a:gd name="csY3" fmla="*/ 7082547 h 7758830"/>
              <a:gd name="csX4" fmla="*/ 844350 w 5376022"/>
              <a:gd name="csY4" fmla="*/ 557176 h 7758830"/>
              <a:gd name="csX0" fmla="*/ 863849 w 5395521"/>
              <a:gd name="csY0" fmla="*/ 557176 h 7382180"/>
              <a:gd name="csX1" fmla="*/ 4921448 w 5395521"/>
              <a:gd name="csY1" fmla="*/ 1204221 h 7382180"/>
              <a:gd name="csX2" fmla="*/ 4289974 w 5395521"/>
              <a:gd name="csY2" fmla="*/ 5607889 h 7382180"/>
              <a:gd name="csX3" fmla="*/ 1065787 w 5395521"/>
              <a:gd name="csY3" fmla="*/ 7082547 h 7382180"/>
              <a:gd name="csX4" fmla="*/ 863849 w 5395521"/>
              <a:gd name="csY4" fmla="*/ 557176 h 7382180"/>
              <a:gd name="csX0" fmla="*/ 481538 w 5000978"/>
              <a:gd name="csY0" fmla="*/ 567495 h 7582128"/>
              <a:gd name="csX1" fmla="*/ 4539137 w 5000978"/>
              <a:gd name="csY1" fmla="*/ 1214540 h 7582128"/>
              <a:gd name="csX2" fmla="*/ 3883477 w 5000978"/>
              <a:gd name="csY2" fmla="*/ 5896449 h 7582128"/>
              <a:gd name="csX3" fmla="*/ 683476 w 5000978"/>
              <a:gd name="csY3" fmla="*/ 7092866 h 7582128"/>
              <a:gd name="csX4" fmla="*/ 481538 w 5000978"/>
              <a:gd name="csY4" fmla="*/ 567495 h 758212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5000978" h="7582128">
                <a:moveTo>
                  <a:pt x="481538" y="567495"/>
                </a:moveTo>
                <a:cubicBezTo>
                  <a:pt x="1381667" y="-642646"/>
                  <a:pt x="3972147" y="326381"/>
                  <a:pt x="4539137" y="1214540"/>
                </a:cubicBezTo>
                <a:cubicBezTo>
                  <a:pt x="5106127" y="2102699"/>
                  <a:pt x="5406879" y="3321431"/>
                  <a:pt x="3883477" y="5896449"/>
                </a:cubicBezTo>
                <a:cubicBezTo>
                  <a:pt x="2661680" y="7704471"/>
                  <a:pt x="1250466" y="7981025"/>
                  <a:pt x="683476" y="7092866"/>
                </a:cubicBezTo>
                <a:cubicBezTo>
                  <a:pt x="116486" y="6204707"/>
                  <a:pt x="-418591" y="1777636"/>
                  <a:pt x="481538" y="567495"/>
                </a:cubicBez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  <a:ln w="28575">
            <a:noFill/>
            <a:prstDash val="solid"/>
          </a:ln>
          <a:effectLst/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1" anchor="ctr"/>
          <a:lstStyle/>
          <a:p>
            <a:pPr algn="r" rtl="1"/>
            <a:endParaRPr lang="en-US" sz="4000" b="1">
              <a:solidFill>
                <a:schemeClr val="bg1"/>
              </a:solidFill>
              <a:highlight>
                <a:srgbClr val="800080"/>
              </a:highligh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AA5C58BE-DA79-94EF-9F3F-3C6A0D645BD5}"/>
              </a:ext>
            </a:extLst>
          </p:cNvPr>
          <p:cNvSpPr/>
          <p:nvPr/>
        </p:nvSpPr>
        <p:spPr>
          <a:xfrm rot="7180819">
            <a:off x="1208703" y="-763277"/>
            <a:ext cx="3175904" cy="3958560"/>
          </a:xfrm>
          <a:custGeom>
            <a:avLst/>
            <a:gdLst>
              <a:gd name="csX0" fmla="*/ 0 w 2990221"/>
              <a:gd name="csY0" fmla="*/ 1909024 h 3818047"/>
              <a:gd name="csX1" fmla="*/ 1495111 w 2990221"/>
              <a:gd name="csY1" fmla="*/ 0 h 3818047"/>
              <a:gd name="csX2" fmla="*/ 2990222 w 2990221"/>
              <a:gd name="csY2" fmla="*/ 1909024 h 3818047"/>
              <a:gd name="csX3" fmla="*/ 1495111 w 2990221"/>
              <a:gd name="csY3" fmla="*/ 3818048 h 3818047"/>
              <a:gd name="csX4" fmla="*/ 0 w 2990221"/>
              <a:gd name="csY4" fmla="*/ 1909024 h 3818047"/>
              <a:gd name="csX0" fmla="*/ 31520 w 3021742"/>
              <a:gd name="csY0" fmla="*/ 1909024 h 3852823"/>
              <a:gd name="csX1" fmla="*/ 1526631 w 3021742"/>
              <a:gd name="csY1" fmla="*/ 0 h 3852823"/>
              <a:gd name="csX2" fmla="*/ 3021742 w 3021742"/>
              <a:gd name="csY2" fmla="*/ 1909024 h 3852823"/>
              <a:gd name="csX3" fmla="*/ 1526631 w 3021742"/>
              <a:gd name="csY3" fmla="*/ 3818048 h 3852823"/>
              <a:gd name="csX4" fmla="*/ 588086 w 3021742"/>
              <a:gd name="csY4" fmla="*/ 3051425 h 3852823"/>
              <a:gd name="csX5" fmla="*/ 31520 w 3021742"/>
              <a:gd name="csY5" fmla="*/ 1909024 h 3852823"/>
              <a:gd name="csX0" fmla="*/ 42163 w 3032385"/>
              <a:gd name="csY0" fmla="*/ 1909024 h 3852823"/>
              <a:gd name="csX1" fmla="*/ 1537274 w 3032385"/>
              <a:gd name="csY1" fmla="*/ 0 h 3852823"/>
              <a:gd name="csX2" fmla="*/ 3032385 w 3032385"/>
              <a:gd name="csY2" fmla="*/ 1909024 h 3852823"/>
              <a:gd name="csX3" fmla="*/ 1537274 w 3032385"/>
              <a:gd name="csY3" fmla="*/ 3818048 h 3852823"/>
              <a:gd name="csX4" fmla="*/ 598729 w 3032385"/>
              <a:gd name="csY4" fmla="*/ 3051425 h 3852823"/>
              <a:gd name="csX5" fmla="*/ 42163 w 3032385"/>
              <a:gd name="csY5" fmla="*/ 1909024 h 3852823"/>
              <a:gd name="csX0" fmla="*/ 42163 w 3032385"/>
              <a:gd name="csY0" fmla="*/ 1909024 h 3869423"/>
              <a:gd name="csX1" fmla="*/ 1537274 w 3032385"/>
              <a:gd name="csY1" fmla="*/ 0 h 3869423"/>
              <a:gd name="csX2" fmla="*/ 3032385 w 3032385"/>
              <a:gd name="csY2" fmla="*/ 1909024 h 3869423"/>
              <a:gd name="csX3" fmla="*/ 1537274 w 3032385"/>
              <a:gd name="csY3" fmla="*/ 3818048 h 3869423"/>
              <a:gd name="csX4" fmla="*/ 598729 w 3032385"/>
              <a:gd name="csY4" fmla="*/ 3051425 h 3869423"/>
              <a:gd name="csX5" fmla="*/ 42163 w 3032385"/>
              <a:gd name="csY5" fmla="*/ 1909024 h 3869423"/>
              <a:gd name="csX0" fmla="*/ 42163 w 3054534"/>
              <a:gd name="csY0" fmla="*/ 1909024 h 3837295"/>
              <a:gd name="csX1" fmla="*/ 1537274 w 3054534"/>
              <a:gd name="csY1" fmla="*/ 0 h 3837295"/>
              <a:gd name="csX2" fmla="*/ 3032385 w 3054534"/>
              <a:gd name="csY2" fmla="*/ 1909024 h 3837295"/>
              <a:gd name="csX3" fmla="*/ 2491896 w 3054534"/>
              <a:gd name="csY3" fmla="*/ 3458304 h 3837295"/>
              <a:gd name="csX4" fmla="*/ 1537274 w 3054534"/>
              <a:gd name="csY4" fmla="*/ 3818048 h 3837295"/>
              <a:gd name="csX5" fmla="*/ 598729 w 3054534"/>
              <a:gd name="csY5" fmla="*/ 3051425 h 3837295"/>
              <a:gd name="csX6" fmla="*/ 42163 w 3054534"/>
              <a:gd name="csY6" fmla="*/ 1909024 h 3837295"/>
              <a:gd name="csX0" fmla="*/ 42163 w 3054534"/>
              <a:gd name="csY0" fmla="*/ 1909024 h 4062413"/>
              <a:gd name="csX1" fmla="*/ 1537274 w 3054534"/>
              <a:gd name="csY1" fmla="*/ 0 h 4062413"/>
              <a:gd name="csX2" fmla="*/ 3032385 w 3054534"/>
              <a:gd name="csY2" fmla="*/ 1909024 h 4062413"/>
              <a:gd name="csX3" fmla="*/ 2491896 w 3054534"/>
              <a:gd name="csY3" fmla="*/ 3458304 h 4062413"/>
              <a:gd name="csX4" fmla="*/ 1558136 w 3054534"/>
              <a:gd name="csY4" fmla="*/ 4053801 h 4062413"/>
              <a:gd name="csX5" fmla="*/ 598729 w 3054534"/>
              <a:gd name="csY5" fmla="*/ 3051425 h 4062413"/>
              <a:gd name="csX6" fmla="*/ 42163 w 3054534"/>
              <a:gd name="csY6" fmla="*/ 1909024 h 4062413"/>
              <a:gd name="csX0" fmla="*/ 37535 w 3049906"/>
              <a:gd name="csY0" fmla="*/ 1909024 h 4067997"/>
              <a:gd name="csX1" fmla="*/ 1532646 w 3049906"/>
              <a:gd name="csY1" fmla="*/ 0 h 4067997"/>
              <a:gd name="csX2" fmla="*/ 3027757 w 3049906"/>
              <a:gd name="csY2" fmla="*/ 1909024 h 4067997"/>
              <a:gd name="csX3" fmla="*/ 2487268 w 3049906"/>
              <a:gd name="csY3" fmla="*/ 3458304 h 4067997"/>
              <a:gd name="csX4" fmla="*/ 1553508 w 3049906"/>
              <a:gd name="csY4" fmla="*/ 4053801 h 4067997"/>
              <a:gd name="csX5" fmla="*/ 626508 w 3049906"/>
              <a:gd name="csY5" fmla="*/ 2909133 h 4067997"/>
              <a:gd name="csX6" fmla="*/ 37535 w 3049906"/>
              <a:gd name="csY6" fmla="*/ 1909024 h 4067997"/>
              <a:gd name="csX0" fmla="*/ 21715 w 3379154"/>
              <a:gd name="csY0" fmla="*/ 1258724 h 4077464"/>
              <a:gd name="csX1" fmla="*/ 1861894 w 3379154"/>
              <a:gd name="csY1" fmla="*/ 9467 h 4077464"/>
              <a:gd name="csX2" fmla="*/ 3357005 w 3379154"/>
              <a:gd name="csY2" fmla="*/ 1918491 h 4077464"/>
              <a:gd name="csX3" fmla="*/ 2816516 w 3379154"/>
              <a:gd name="csY3" fmla="*/ 3467771 h 4077464"/>
              <a:gd name="csX4" fmla="*/ 1882756 w 3379154"/>
              <a:gd name="csY4" fmla="*/ 4063268 h 4077464"/>
              <a:gd name="csX5" fmla="*/ 955756 w 3379154"/>
              <a:gd name="csY5" fmla="*/ 2918600 h 4077464"/>
              <a:gd name="csX6" fmla="*/ 21715 w 3379154"/>
              <a:gd name="csY6" fmla="*/ 1258724 h 4077464"/>
              <a:gd name="csX0" fmla="*/ 21715 w 3174715"/>
              <a:gd name="csY0" fmla="*/ 1255557 h 4074297"/>
              <a:gd name="csX1" fmla="*/ 1861894 w 3174715"/>
              <a:gd name="csY1" fmla="*/ 6300 h 4074297"/>
              <a:gd name="csX2" fmla="*/ 3136991 w 3174715"/>
              <a:gd name="csY2" fmla="*/ 1782755 h 4074297"/>
              <a:gd name="csX3" fmla="*/ 2816516 w 3174715"/>
              <a:gd name="csY3" fmla="*/ 3464604 h 4074297"/>
              <a:gd name="csX4" fmla="*/ 1882756 w 3174715"/>
              <a:gd name="csY4" fmla="*/ 4060101 h 4074297"/>
              <a:gd name="csX5" fmla="*/ 955756 w 3174715"/>
              <a:gd name="csY5" fmla="*/ 2915433 h 4074297"/>
              <a:gd name="csX6" fmla="*/ 21715 w 3174715"/>
              <a:gd name="csY6" fmla="*/ 1255557 h 4074297"/>
              <a:gd name="csX0" fmla="*/ 21005 w 3174005"/>
              <a:gd name="csY0" fmla="*/ 1142876 h 3961616"/>
              <a:gd name="csX1" fmla="*/ 1843266 w 3174005"/>
              <a:gd name="csY1" fmla="*/ 7016 h 3961616"/>
              <a:gd name="csX2" fmla="*/ 3136281 w 3174005"/>
              <a:gd name="csY2" fmla="*/ 1670074 h 3961616"/>
              <a:gd name="csX3" fmla="*/ 2815806 w 3174005"/>
              <a:gd name="csY3" fmla="*/ 3351923 h 3961616"/>
              <a:gd name="csX4" fmla="*/ 1882046 w 3174005"/>
              <a:gd name="csY4" fmla="*/ 3947420 h 3961616"/>
              <a:gd name="csX5" fmla="*/ 955046 w 3174005"/>
              <a:gd name="csY5" fmla="*/ 2802752 h 3961616"/>
              <a:gd name="csX6" fmla="*/ 21005 w 3174005"/>
              <a:gd name="csY6" fmla="*/ 1142876 h 3961616"/>
              <a:gd name="csX0" fmla="*/ 22904 w 3175904"/>
              <a:gd name="csY0" fmla="*/ 1142984 h 3958560"/>
              <a:gd name="csX1" fmla="*/ 1845165 w 3175904"/>
              <a:gd name="csY1" fmla="*/ 7124 h 3958560"/>
              <a:gd name="csX2" fmla="*/ 3138180 w 3175904"/>
              <a:gd name="csY2" fmla="*/ 1670182 h 3958560"/>
              <a:gd name="csX3" fmla="*/ 2817705 w 3175904"/>
              <a:gd name="csY3" fmla="*/ 3352031 h 3958560"/>
              <a:gd name="csX4" fmla="*/ 1883945 w 3175904"/>
              <a:gd name="csY4" fmla="*/ 3947528 h 3958560"/>
              <a:gd name="csX5" fmla="*/ 929060 w 3175904"/>
              <a:gd name="csY5" fmla="*/ 2880663 h 3958560"/>
              <a:gd name="csX6" fmla="*/ 22904 w 3175904"/>
              <a:gd name="csY6" fmla="*/ 1142984 h 395856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3175904" h="3958560">
                <a:moveTo>
                  <a:pt x="22904" y="1142984"/>
                </a:moveTo>
                <a:cubicBezTo>
                  <a:pt x="175588" y="664061"/>
                  <a:pt x="1325952" y="-80742"/>
                  <a:pt x="1845165" y="7124"/>
                </a:cubicBezTo>
                <a:cubicBezTo>
                  <a:pt x="2364378" y="94990"/>
                  <a:pt x="3015745" y="1115893"/>
                  <a:pt x="3138180" y="1670182"/>
                </a:cubicBezTo>
                <a:cubicBezTo>
                  <a:pt x="3260615" y="2224471"/>
                  <a:pt x="3066890" y="3033860"/>
                  <a:pt x="2817705" y="3352031"/>
                </a:cubicBezTo>
                <a:cubicBezTo>
                  <a:pt x="2568520" y="3670202"/>
                  <a:pt x="2198719" y="4026089"/>
                  <a:pt x="1883945" y="3947528"/>
                </a:cubicBezTo>
                <a:cubicBezTo>
                  <a:pt x="1569171" y="3868967"/>
                  <a:pt x="1390307" y="3480392"/>
                  <a:pt x="929060" y="2880663"/>
                </a:cubicBezTo>
                <a:cubicBezTo>
                  <a:pt x="515633" y="2274316"/>
                  <a:pt x="-129780" y="1621907"/>
                  <a:pt x="22904" y="1142984"/>
                </a:cubicBezTo>
                <a:close/>
              </a:path>
            </a:pathLst>
          </a:custGeom>
          <a:solidFill>
            <a:schemeClr val="bg2"/>
          </a:solidFill>
          <a:ln w="28575">
            <a:noFill/>
            <a:prstDash val="solid"/>
          </a:ln>
          <a:effectLst/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1" anchor="ctr"/>
          <a:lstStyle/>
          <a:p>
            <a:pPr algn="r" rtl="1"/>
            <a:endParaRPr lang="en-US" sz="4000" b="1">
              <a:solidFill>
                <a:schemeClr val="bg1"/>
              </a:solidFill>
              <a:highlight>
                <a:srgbClr val="800080"/>
              </a:highligh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Rectangle: Rounded Corners 45">
            <a:extLst>
              <a:ext uri="{FF2B5EF4-FFF2-40B4-BE49-F238E27FC236}">
                <a16:creationId xmlns:a16="http://schemas.microsoft.com/office/drawing/2014/main" id="{9888D174-36D6-EC06-E450-F8338F50B025}"/>
              </a:ext>
            </a:extLst>
          </p:cNvPr>
          <p:cNvSpPr/>
          <p:nvPr/>
        </p:nvSpPr>
        <p:spPr bwMode="auto">
          <a:xfrm>
            <a:off x="1024114" y="428460"/>
            <a:ext cx="1395681" cy="948228"/>
          </a:xfrm>
          <a:prstGeom prst="roundRect">
            <a:avLst>
              <a:gd name="adj" fmla="val 3991"/>
            </a:avLst>
          </a:prstGeom>
          <a:solidFill>
            <a:schemeClr val="bg1"/>
          </a:solidFill>
          <a:ln w="12700">
            <a:solidFill>
              <a:schemeClr val="tx1"/>
            </a:solidFill>
          </a:ln>
          <a:effectLst/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1" anchor="t"/>
          <a:lstStyle/>
          <a:p>
            <a:pPr>
              <a:defRPr/>
            </a:pPr>
            <a:r>
              <a:rPr lang="en-US" sz="1600" b="1">
                <a:solidFill>
                  <a:schemeClr val="bg1"/>
                </a:solidFill>
                <a:highlight>
                  <a:srgbClr val="808080"/>
                </a:highlight>
                <a:latin typeface="Segoe UI" panose="020B0502040204020203" pitchFamily="34" charset="0"/>
                <a:cs typeface="Segoe UI" panose="020B0502040204020203" pitchFamily="34" charset="0"/>
              </a:rPr>
              <a:t>Settings</a:t>
            </a:r>
            <a:endParaRPr sz="1600" b="1">
              <a:solidFill>
                <a:schemeClr val="bg1"/>
              </a:solidFill>
              <a:highlight>
                <a:srgbClr val="808080"/>
              </a:highlight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defRPr/>
            </a:pPr>
            <a:r>
              <a:rPr lang="en-US" sz="90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settingKey</a:t>
            </a:r>
          </a:p>
          <a:p>
            <a:pPr>
              <a:defRPr/>
            </a:pPr>
            <a:r>
              <a:rPr lang="en-US" sz="90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settingValue</a:t>
            </a:r>
          </a:p>
        </p:txBody>
      </p:sp>
      <p:sp>
        <p:nvSpPr>
          <p:cNvPr id="53" name="Rectangle: Rounded Corners 45">
            <a:extLst>
              <a:ext uri="{FF2B5EF4-FFF2-40B4-BE49-F238E27FC236}">
                <a16:creationId xmlns:a16="http://schemas.microsoft.com/office/drawing/2014/main" id="{0C41F9AD-22B8-113C-F5A3-DEB3CB2E1C5E}"/>
              </a:ext>
            </a:extLst>
          </p:cNvPr>
          <p:cNvSpPr/>
          <p:nvPr/>
        </p:nvSpPr>
        <p:spPr bwMode="auto">
          <a:xfrm>
            <a:off x="169682" y="2260157"/>
            <a:ext cx="1438256" cy="3799085"/>
          </a:xfrm>
          <a:prstGeom prst="roundRect">
            <a:avLst>
              <a:gd name="adj" fmla="val 3991"/>
            </a:avLst>
          </a:prstGeom>
          <a:solidFill>
            <a:schemeClr val="bg1"/>
          </a:solidFill>
          <a:ln w="12700">
            <a:solidFill>
              <a:schemeClr val="tx1"/>
            </a:solidFill>
          </a:ln>
          <a:effectLst/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1" anchor="t"/>
          <a:lstStyle/>
          <a:p>
            <a:pPr>
              <a:defRPr/>
            </a:pPr>
            <a:r>
              <a:rPr lang="en-US" sz="1600" b="1">
                <a:solidFill>
                  <a:schemeClr val="bg1"/>
                </a:solidFill>
                <a:highlight>
                  <a:srgbClr val="800080"/>
                </a:highlight>
                <a:latin typeface="Segoe UI" panose="020B0502040204020203" pitchFamily="34" charset="0"/>
                <a:cs typeface="Segoe UI" panose="020B0502040204020203" pitchFamily="34" charset="0"/>
              </a:rPr>
              <a:t>Notes</a:t>
            </a:r>
            <a:endParaRPr sz="1600" b="1">
              <a:solidFill>
                <a:schemeClr val="bg1"/>
              </a:solidFill>
              <a:highlight>
                <a:srgbClr val="800080"/>
              </a:highlight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defRPr/>
            </a:pPr>
            <a:r>
              <a:rPr lang="en-US" sz="900" i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NoteId</a:t>
            </a:r>
            <a:endParaRPr lang="en-US" sz="900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defRPr/>
            </a:pPr>
            <a:r>
              <a:rPr lang="en-US" sz="90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UserId</a:t>
            </a:r>
          </a:p>
          <a:p>
            <a:pPr>
              <a:defRPr/>
            </a:pPr>
            <a:r>
              <a:rPr lang="en-US" sz="90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RefType</a:t>
            </a:r>
          </a:p>
          <a:p>
            <a:pPr>
              <a:defRPr/>
            </a:pPr>
            <a:r>
              <a:rPr lang="en-US" sz="90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RefId</a:t>
            </a:r>
          </a:p>
          <a:p>
            <a:pPr>
              <a:defRPr/>
            </a:pPr>
            <a:r>
              <a:rPr lang="en-US" sz="90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NoteDateTime</a:t>
            </a:r>
          </a:p>
          <a:p>
            <a:pPr>
              <a:defRPr/>
            </a:pPr>
            <a:r>
              <a:rPr lang="en-US" sz="90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NoteDateTimeDue</a:t>
            </a:r>
          </a:p>
          <a:p>
            <a:pPr>
              <a:defRPr/>
            </a:pPr>
            <a:r>
              <a:rPr lang="en-US" sz="90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NoteText</a:t>
            </a:r>
          </a:p>
          <a:p>
            <a:pPr>
              <a:defRPr/>
            </a:pPr>
            <a:r>
              <a:rPr lang="en-US" sz="90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NoteTags</a:t>
            </a:r>
          </a:p>
          <a:p>
            <a:pPr marL="84138">
              <a:defRPr/>
            </a:pPr>
            <a:r>
              <a:rPr lang="en-US" sz="80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1: Rtl</a:t>
            </a:r>
          </a:p>
          <a:p>
            <a:pPr marL="84138">
              <a:defRPr/>
            </a:pPr>
            <a:r>
              <a:rPr lang="en-US" sz="80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2: Bookmarked</a:t>
            </a:r>
          </a:p>
          <a:p>
            <a:pPr marL="84138">
              <a:defRPr/>
            </a:pPr>
            <a:r>
              <a:rPr lang="en-US" sz="80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4: Todo</a:t>
            </a:r>
          </a:p>
          <a:p>
            <a:pPr marL="84138">
              <a:defRPr/>
            </a:pPr>
            <a:r>
              <a:rPr lang="en-US" sz="80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8: Read</a:t>
            </a:r>
          </a:p>
          <a:p>
            <a:pPr marL="84138">
              <a:defRPr/>
            </a:pPr>
            <a:r>
              <a:rPr lang="en-US" sz="80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16: Done</a:t>
            </a:r>
          </a:p>
          <a:p>
            <a:pPr marL="84138">
              <a:defRPr/>
            </a:pPr>
            <a:endParaRPr lang="en-US" sz="800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84138">
              <a:defRPr/>
            </a:pPr>
            <a:r>
              <a:rPr lang="en-US" sz="800" b="1" i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RefTypes:</a:t>
            </a:r>
          </a:p>
          <a:p>
            <a:pPr marL="84138">
              <a:defRPr/>
            </a:pPr>
            <a:r>
              <a:rPr lang="en-US" sz="80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1:ApgGroups</a:t>
            </a:r>
          </a:p>
          <a:p>
            <a:pPr marL="84138">
              <a:defRPr/>
            </a:pPr>
            <a:r>
              <a:rPr lang="en-US" sz="80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2:Orders</a:t>
            </a:r>
          </a:p>
          <a:p>
            <a:pPr marL="84138">
              <a:defRPr/>
            </a:pPr>
            <a:r>
              <a:rPr lang="en-US" sz="80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3:Families</a:t>
            </a:r>
          </a:p>
          <a:p>
            <a:pPr marL="84138">
              <a:defRPr/>
            </a:pPr>
            <a:r>
              <a:rPr lang="en-US" sz="80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4:Genera</a:t>
            </a:r>
          </a:p>
          <a:p>
            <a:pPr marL="84138">
              <a:defRPr/>
            </a:pPr>
            <a:r>
              <a:rPr lang="en-US" sz="80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5:Species</a:t>
            </a:r>
          </a:p>
          <a:p>
            <a:pPr marL="84138">
              <a:defRPr/>
            </a:pPr>
            <a:r>
              <a:rPr lang="en-US" sz="80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6:Datasets(FL)</a:t>
            </a:r>
          </a:p>
          <a:p>
            <a:pPr marL="84138">
              <a:defRPr/>
            </a:pPr>
            <a:r>
              <a:rPr lang="en-US" sz="80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7:Datasets(CN)</a:t>
            </a:r>
          </a:p>
          <a:p>
            <a:pPr marL="84138">
              <a:defRPr/>
            </a:pPr>
            <a:r>
              <a:rPr lang="en-US" sz="80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8:Datasets(LM)</a:t>
            </a:r>
          </a:p>
          <a:p>
            <a:pPr marL="84138">
              <a:defRPr/>
            </a:pPr>
            <a:r>
              <a:rPr lang="en-US" sz="80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9:Stations</a:t>
            </a:r>
          </a:p>
          <a:p>
            <a:pPr marL="84138">
              <a:defRPr/>
            </a:pPr>
            <a:r>
              <a:rPr lang="en-US" sz="80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10:Sets</a:t>
            </a:r>
          </a:p>
          <a:p>
            <a:pPr marL="84138">
              <a:defRPr/>
            </a:pPr>
            <a:r>
              <a:rPr lang="en-US" sz="80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11:SetData</a:t>
            </a:r>
          </a:p>
          <a:p>
            <a:pPr marL="84138">
              <a:defRPr/>
            </a:pPr>
            <a:r>
              <a:rPr lang="en-US" sz="80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12:Users</a:t>
            </a:r>
          </a:p>
          <a:p>
            <a:pPr marL="84138">
              <a:defRPr/>
            </a:pPr>
            <a:endParaRPr lang="en-US" sz="800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9" name="Rectangle: Rounded Corners 45">
            <a:extLst>
              <a:ext uri="{FF2B5EF4-FFF2-40B4-BE49-F238E27FC236}">
                <a16:creationId xmlns:a16="http://schemas.microsoft.com/office/drawing/2014/main" id="{09CBDE12-CF30-3505-01AB-AC3786D0F1E5}"/>
              </a:ext>
            </a:extLst>
          </p:cNvPr>
          <p:cNvSpPr/>
          <p:nvPr/>
        </p:nvSpPr>
        <p:spPr bwMode="auto">
          <a:xfrm>
            <a:off x="1081986" y="5084017"/>
            <a:ext cx="1533975" cy="1044301"/>
          </a:xfrm>
          <a:prstGeom prst="roundRect">
            <a:avLst>
              <a:gd name="adj" fmla="val 3991"/>
            </a:avLst>
          </a:prstGeom>
          <a:solidFill>
            <a:schemeClr val="bg1"/>
          </a:solidFill>
          <a:ln w="12700">
            <a:solidFill>
              <a:schemeClr val="tx1"/>
            </a:solidFill>
          </a:ln>
          <a:effectLst/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1" anchor="t"/>
          <a:lstStyle/>
          <a:p>
            <a:pPr>
              <a:defRPr/>
            </a:pPr>
            <a:r>
              <a:rPr lang="en-US" sz="1600" b="1">
                <a:solidFill>
                  <a:schemeClr val="bg1"/>
                </a:solidFill>
                <a:highlight>
                  <a:srgbClr val="800080"/>
                </a:highlight>
                <a:latin typeface="Segoe UI" panose="020B0502040204020203" pitchFamily="34" charset="0"/>
                <a:cs typeface="Segoe UI" panose="020B0502040204020203" pitchFamily="34" charset="0"/>
              </a:rPr>
              <a:t>SetData</a:t>
            </a:r>
            <a:endParaRPr sz="1600" b="1">
              <a:solidFill>
                <a:schemeClr val="bg1"/>
              </a:solidFill>
              <a:highlight>
                <a:srgbClr val="800080"/>
              </a:highlight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defRPr/>
            </a:pPr>
            <a:r>
              <a:rPr lang="en-US" sz="900" i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SetDataId</a:t>
            </a:r>
            <a:endParaRPr lang="en-US" sz="900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defRPr/>
            </a:pPr>
            <a:r>
              <a:rPr lang="en-US" sz="90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SetId</a:t>
            </a:r>
          </a:p>
          <a:p>
            <a:pPr>
              <a:defRPr/>
            </a:pPr>
            <a:r>
              <a:rPr lang="en-US" sz="90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DatasetId</a:t>
            </a:r>
          </a:p>
          <a:p>
            <a:pPr>
              <a:defRPr/>
            </a:pPr>
            <a:r>
              <a:rPr lang="en-US" sz="90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Subsets</a:t>
            </a:r>
          </a:p>
        </p:txBody>
      </p:sp>
      <p:sp>
        <p:nvSpPr>
          <p:cNvPr id="25" name="Rectangle: Rounded Corners 45">
            <a:extLst>
              <a:ext uri="{FF2B5EF4-FFF2-40B4-BE49-F238E27FC236}">
                <a16:creationId xmlns:a16="http://schemas.microsoft.com/office/drawing/2014/main" id="{0D261438-7F45-F00D-00E9-60CC97907271}"/>
              </a:ext>
            </a:extLst>
          </p:cNvPr>
          <p:cNvSpPr/>
          <p:nvPr/>
        </p:nvSpPr>
        <p:spPr bwMode="auto">
          <a:xfrm>
            <a:off x="2622482" y="216031"/>
            <a:ext cx="1395681" cy="948228"/>
          </a:xfrm>
          <a:prstGeom prst="roundRect">
            <a:avLst>
              <a:gd name="adj" fmla="val 3991"/>
            </a:avLst>
          </a:prstGeom>
          <a:solidFill>
            <a:schemeClr val="bg1"/>
          </a:solidFill>
          <a:ln w="12700">
            <a:solidFill>
              <a:schemeClr val="tx1"/>
            </a:solidFill>
          </a:ln>
          <a:effectLst/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1" anchor="t"/>
          <a:lstStyle/>
          <a:p>
            <a:pPr>
              <a:defRPr/>
            </a:pPr>
            <a:r>
              <a:rPr lang="en-US" sz="1600" b="1">
                <a:solidFill>
                  <a:schemeClr val="bg1"/>
                </a:solidFill>
                <a:highlight>
                  <a:srgbClr val="808080"/>
                </a:highlight>
                <a:latin typeface="Segoe UI" panose="020B0502040204020203" pitchFamily="34" charset="0"/>
                <a:cs typeface="Segoe UI" panose="020B0502040204020203" pitchFamily="34" charset="0"/>
              </a:rPr>
              <a:t>Countries</a:t>
            </a:r>
            <a:endParaRPr sz="1600" b="1">
              <a:solidFill>
                <a:schemeClr val="bg1"/>
              </a:solidFill>
              <a:highlight>
                <a:srgbClr val="808080"/>
              </a:highlight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defRPr/>
            </a:pPr>
            <a:r>
              <a:rPr lang="en-US" sz="900" i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CountryId</a:t>
            </a:r>
            <a:endParaRPr lang="en-US" sz="900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defRPr/>
            </a:pPr>
            <a:r>
              <a:rPr lang="en-US" sz="90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CountryName</a:t>
            </a:r>
          </a:p>
        </p:txBody>
      </p:sp>
      <p:sp>
        <p:nvSpPr>
          <p:cNvPr id="27" name="Rectangle: Rounded Corners 45">
            <a:extLst>
              <a:ext uri="{FF2B5EF4-FFF2-40B4-BE49-F238E27FC236}">
                <a16:creationId xmlns:a16="http://schemas.microsoft.com/office/drawing/2014/main" id="{1134B791-8AD1-7CE9-9BB3-B55BDAC84229}"/>
              </a:ext>
            </a:extLst>
          </p:cNvPr>
          <p:cNvSpPr/>
          <p:nvPr/>
        </p:nvSpPr>
        <p:spPr bwMode="auto">
          <a:xfrm>
            <a:off x="3184333" y="922742"/>
            <a:ext cx="1275139" cy="1163457"/>
          </a:xfrm>
          <a:prstGeom prst="roundRect">
            <a:avLst>
              <a:gd name="adj" fmla="val 3991"/>
            </a:avLst>
          </a:prstGeom>
          <a:solidFill>
            <a:schemeClr val="bg1"/>
          </a:solidFill>
          <a:ln w="12700">
            <a:solidFill>
              <a:schemeClr val="tx1"/>
            </a:solidFill>
          </a:ln>
          <a:effectLst/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1" anchor="t"/>
          <a:lstStyle/>
          <a:p>
            <a:pPr>
              <a:defRPr/>
            </a:pPr>
            <a:r>
              <a:rPr lang="en-US" sz="1600" b="1">
                <a:solidFill>
                  <a:schemeClr val="bg1"/>
                </a:solidFill>
                <a:highlight>
                  <a:srgbClr val="808080"/>
                </a:highlight>
                <a:latin typeface="Segoe UI" panose="020B0502040204020203" pitchFamily="34" charset="0"/>
                <a:cs typeface="Segoe UI" panose="020B0502040204020203" pitchFamily="34" charset="0"/>
              </a:rPr>
              <a:t>Provinces</a:t>
            </a:r>
            <a:endParaRPr sz="1600" b="1">
              <a:solidFill>
                <a:schemeClr val="bg1"/>
              </a:solidFill>
              <a:highlight>
                <a:srgbClr val="808080"/>
              </a:highlight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defRPr/>
            </a:pPr>
            <a:r>
              <a:rPr lang="en-US" sz="900" i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ProvinceId</a:t>
            </a:r>
            <a:endParaRPr lang="en-US" sz="900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defRPr/>
            </a:pPr>
            <a:r>
              <a:rPr lang="en-US" sz="90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CountryId</a:t>
            </a:r>
          </a:p>
          <a:p>
            <a:pPr>
              <a:defRPr/>
            </a:pPr>
            <a:r>
              <a:rPr lang="en-US" sz="90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ProvinceName</a:t>
            </a:r>
          </a:p>
        </p:txBody>
      </p:sp>
      <p:sp>
        <p:nvSpPr>
          <p:cNvPr id="33" name="Rectangle: Rounded Corners 45">
            <a:extLst>
              <a:ext uri="{FF2B5EF4-FFF2-40B4-BE49-F238E27FC236}">
                <a16:creationId xmlns:a16="http://schemas.microsoft.com/office/drawing/2014/main" id="{7FCA4B3C-73B1-8254-44CF-D8B7A729F2F8}"/>
              </a:ext>
            </a:extLst>
          </p:cNvPr>
          <p:cNvSpPr/>
          <p:nvPr/>
        </p:nvSpPr>
        <p:spPr bwMode="auto">
          <a:xfrm>
            <a:off x="1317489" y="1234053"/>
            <a:ext cx="1769091" cy="2555899"/>
          </a:xfrm>
          <a:prstGeom prst="roundRect">
            <a:avLst>
              <a:gd name="adj" fmla="val 3991"/>
            </a:avLst>
          </a:prstGeom>
          <a:solidFill>
            <a:schemeClr val="bg1"/>
          </a:solidFill>
          <a:ln w="12700">
            <a:solidFill>
              <a:schemeClr val="tx1"/>
            </a:solidFill>
          </a:ln>
          <a:effectLst/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1" anchor="t"/>
          <a:lstStyle/>
          <a:p>
            <a:pPr>
              <a:defRPr/>
            </a:pPr>
            <a:r>
              <a:rPr lang="en-US" sz="1600" b="1">
                <a:solidFill>
                  <a:schemeClr val="bg1"/>
                </a:solidFill>
                <a:highlight>
                  <a:srgbClr val="808080"/>
                </a:highlight>
                <a:latin typeface="Segoe UI" panose="020B0502040204020203" pitchFamily="34" charset="0"/>
                <a:cs typeface="Segoe UI" panose="020B0502040204020203" pitchFamily="34" charset="0"/>
              </a:rPr>
              <a:t>Users</a:t>
            </a:r>
            <a:endParaRPr sz="1600" b="1">
              <a:solidFill>
                <a:schemeClr val="bg1"/>
              </a:solidFill>
              <a:highlight>
                <a:srgbClr val="808080"/>
              </a:highlight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defRPr/>
            </a:pPr>
            <a:r>
              <a:rPr lang="en-US" sz="900" i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UserId</a:t>
            </a:r>
            <a:endParaRPr lang="en-US" sz="900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defRPr/>
            </a:pPr>
            <a:r>
              <a:rPr lang="en-US" sz="90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UserNickname</a:t>
            </a:r>
          </a:p>
          <a:p>
            <a:pPr>
              <a:defRPr/>
            </a:pPr>
            <a:r>
              <a:rPr lang="en-US" sz="90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Username</a:t>
            </a:r>
          </a:p>
          <a:p>
            <a:pPr>
              <a:defRPr/>
            </a:pPr>
            <a:r>
              <a:rPr lang="en-US" sz="90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Password</a:t>
            </a:r>
          </a:p>
          <a:p>
            <a:pPr>
              <a:defRPr/>
            </a:pPr>
            <a:r>
              <a:rPr lang="en-US" sz="90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UserEmail</a:t>
            </a:r>
          </a:p>
          <a:p>
            <a:pPr>
              <a:defRPr/>
            </a:pPr>
            <a:r>
              <a:rPr lang="en-US" sz="90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ExpDateTime</a:t>
            </a:r>
          </a:p>
          <a:p>
            <a:pPr>
              <a:defRPr/>
            </a:pPr>
            <a:r>
              <a:rPr lang="en-US" sz="90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UserTags</a:t>
            </a:r>
          </a:p>
          <a:p>
            <a:pPr>
              <a:defRPr/>
            </a:pPr>
            <a:endParaRPr lang="en-US" sz="900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84138">
              <a:defRPr/>
            </a:pPr>
            <a:r>
              <a:rPr lang="en-US" sz="80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1: Active</a:t>
            </a:r>
          </a:p>
          <a:p>
            <a:pPr marL="84138">
              <a:defRPr/>
            </a:pPr>
            <a:r>
              <a:rPr lang="en-US" sz="80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2: AdminAccount</a:t>
            </a:r>
          </a:p>
          <a:p>
            <a:pPr marL="84138">
              <a:defRPr/>
            </a:pPr>
            <a:r>
              <a:rPr lang="en-US" sz="80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4: GoldenAccount</a:t>
            </a:r>
          </a:p>
          <a:p>
            <a:pPr marL="84138">
              <a:defRPr/>
            </a:pPr>
            <a:r>
              <a:rPr lang="en-US" sz="80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8: SilverAccount</a:t>
            </a:r>
          </a:p>
          <a:p>
            <a:pPr marL="84138">
              <a:defRPr/>
            </a:pPr>
            <a:r>
              <a:rPr lang="en-US" sz="80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16: UsePersianCalendar</a:t>
            </a:r>
          </a:p>
        </p:txBody>
      </p:sp>
      <p:sp>
        <p:nvSpPr>
          <p:cNvPr id="43" name="Rectangle: Rounded Corners 45">
            <a:extLst>
              <a:ext uri="{FF2B5EF4-FFF2-40B4-BE49-F238E27FC236}">
                <a16:creationId xmlns:a16="http://schemas.microsoft.com/office/drawing/2014/main" id="{02F5A99D-C168-01C9-A03B-3AC6516F6405}"/>
              </a:ext>
            </a:extLst>
          </p:cNvPr>
          <p:cNvSpPr/>
          <p:nvPr/>
        </p:nvSpPr>
        <p:spPr bwMode="auto">
          <a:xfrm>
            <a:off x="2028293" y="3714499"/>
            <a:ext cx="1625139" cy="2094524"/>
          </a:xfrm>
          <a:prstGeom prst="roundRect">
            <a:avLst>
              <a:gd name="adj" fmla="val 3991"/>
            </a:avLst>
          </a:prstGeom>
          <a:solidFill>
            <a:schemeClr val="bg1"/>
          </a:solidFill>
          <a:ln w="12700">
            <a:solidFill>
              <a:schemeClr val="tx1"/>
            </a:solidFill>
          </a:ln>
          <a:effectLst/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1" anchor="t"/>
          <a:lstStyle/>
          <a:p>
            <a:pPr marL="85725">
              <a:defRPr/>
            </a:pPr>
            <a:endParaRPr lang="en-US" sz="1600" b="1">
              <a:solidFill>
                <a:schemeClr val="bg1"/>
              </a:solidFill>
              <a:highlight>
                <a:srgbClr val="800080"/>
              </a:highlight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85725">
              <a:defRPr/>
            </a:pPr>
            <a:r>
              <a:rPr lang="en-US" sz="1600" b="1">
                <a:solidFill>
                  <a:schemeClr val="bg1"/>
                </a:solidFill>
                <a:highlight>
                  <a:srgbClr val="800080"/>
                </a:highlight>
                <a:latin typeface="Segoe UI" panose="020B0502040204020203" pitchFamily="34" charset="0"/>
                <a:cs typeface="Segoe UI" panose="020B0502040204020203" pitchFamily="34" charset="0"/>
              </a:rPr>
              <a:t>Sets</a:t>
            </a:r>
            <a:endParaRPr sz="1600" b="1">
              <a:solidFill>
                <a:schemeClr val="bg1"/>
              </a:solidFill>
              <a:highlight>
                <a:srgbClr val="800080"/>
              </a:highlight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85725">
              <a:defRPr/>
            </a:pPr>
            <a:r>
              <a:rPr lang="en-US" sz="900" i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SetId</a:t>
            </a:r>
            <a:endParaRPr lang="en-US" sz="900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85725">
              <a:defRPr/>
            </a:pPr>
            <a:r>
              <a:rPr lang="en-US" sz="90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UserId</a:t>
            </a:r>
          </a:p>
          <a:p>
            <a:pPr marL="85725">
              <a:defRPr/>
            </a:pPr>
            <a:r>
              <a:rPr lang="en-US" sz="90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SetType</a:t>
            </a:r>
          </a:p>
          <a:p>
            <a:pPr marL="85725">
              <a:defRPr/>
            </a:pPr>
            <a:r>
              <a:rPr lang="en-US" sz="90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SetName</a:t>
            </a:r>
          </a:p>
          <a:p>
            <a:pPr marL="85725">
              <a:defRPr/>
            </a:pPr>
            <a:r>
              <a:rPr lang="en-US" sz="90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SetTags</a:t>
            </a:r>
          </a:p>
          <a:p>
            <a:pPr marL="179388">
              <a:defRPr/>
            </a:pPr>
            <a:r>
              <a:rPr lang="en-US" sz="800" i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types</a:t>
            </a:r>
            <a:r>
              <a:rPr lang="en-US" sz="80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:</a:t>
            </a:r>
          </a:p>
          <a:p>
            <a:pPr marL="179388">
              <a:defRPr/>
            </a:pPr>
            <a:r>
              <a:rPr lang="en-US" sz="80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1:Flore</a:t>
            </a:r>
          </a:p>
          <a:p>
            <a:pPr marL="179388">
              <a:defRPr/>
            </a:pPr>
            <a:r>
              <a:rPr lang="en-US" sz="80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2:CheckName</a:t>
            </a:r>
          </a:p>
          <a:p>
            <a:pPr marL="179388">
              <a:defRPr/>
            </a:pPr>
            <a:r>
              <a:rPr lang="en-US" sz="80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3:ListMaker</a:t>
            </a:r>
          </a:p>
          <a:p>
            <a:pPr marL="179388">
              <a:defRPr/>
            </a:pPr>
            <a:r>
              <a:rPr lang="en-US" sz="80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10:Climatic</a:t>
            </a:r>
          </a:p>
          <a:p>
            <a:pPr marL="179388">
              <a:defRPr/>
            </a:pPr>
            <a:r>
              <a:rPr lang="en-US" sz="80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11:Climagraph</a:t>
            </a:r>
          </a:p>
        </p:txBody>
      </p:sp>
      <p:sp>
        <p:nvSpPr>
          <p:cNvPr id="37" name="Rectangle: Rounded Corners 45">
            <a:extLst>
              <a:ext uri="{FF2B5EF4-FFF2-40B4-BE49-F238E27FC236}">
                <a16:creationId xmlns:a16="http://schemas.microsoft.com/office/drawing/2014/main" id="{68195498-A901-98D6-75B6-2510DBA5F6CE}"/>
              </a:ext>
            </a:extLst>
          </p:cNvPr>
          <p:cNvSpPr/>
          <p:nvPr/>
        </p:nvSpPr>
        <p:spPr bwMode="auto">
          <a:xfrm>
            <a:off x="3010164" y="1944363"/>
            <a:ext cx="2172080" cy="2843039"/>
          </a:xfrm>
          <a:prstGeom prst="roundRect">
            <a:avLst>
              <a:gd name="adj" fmla="val 3991"/>
            </a:avLst>
          </a:prstGeom>
          <a:solidFill>
            <a:schemeClr val="bg1"/>
          </a:solidFill>
          <a:ln w="12700">
            <a:solidFill>
              <a:schemeClr val="tx1"/>
            </a:solidFill>
          </a:ln>
          <a:effectLst/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1" anchor="t"/>
          <a:lstStyle/>
          <a:p>
            <a:pPr>
              <a:defRPr/>
            </a:pPr>
            <a:r>
              <a:rPr lang="en-US" sz="1600" b="1">
                <a:solidFill>
                  <a:schemeClr val="bg1"/>
                </a:solidFill>
                <a:highlight>
                  <a:srgbClr val="800080"/>
                </a:highlight>
                <a:latin typeface="Segoe UI" panose="020B0502040204020203" pitchFamily="34" charset="0"/>
                <a:cs typeface="Segoe UI" panose="020B0502040204020203" pitchFamily="34" charset="0"/>
              </a:rPr>
              <a:t>Datasets</a:t>
            </a:r>
            <a:endParaRPr sz="1600" b="1">
              <a:solidFill>
                <a:schemeClr val="bg1"/>
              </a:solidFill>
              <a:highlight>
                <a:srgbClr val="800080"/>
              </a:highlight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defRPr/>
            </a:pPr>
            <a:r>
              <a:rPr lang="en-US" sz="900" i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DatasetId</a:t>
            </a:r>
            <a:endParaRPr lang="en-US" sz="900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defRPr/>
            </a:pPr>
            <a:r>
              <a:rPr lang="en-US" sz="90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UserId</a:t>
            </a:r>
            <a:endParaRPr lang="fa-IR" sz="900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defRPr/>
            </a:pPr>
            <a:r>
              <a:rPr lang="en-US" sz="90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DatasetType </a:t>
            </a:r>
            <a:r>
              <a:rPr lang="en-US" sz="80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{1:FL 2:CN 3:LM 4:ST}</a:t>
            </a:r>
          </a:p>
          <a:p>
            <a:pPr>
              <a:defRPr/>
            </a:pPr>
            <a:r>
              <a:rPr lang="en-US" sz="90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DatasetAbbr</a:t>
            </a:r>
          </a:p>
          <a:p>
            <a:pPr>
              <a:defRPr/>
            </a:pPr>
            <a:r>
              <a:rPr lang="en-US" sz="90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DatasetName</a:t>
            </a:r>
          </a:p>
          <a:p>
            <a:pPr>
              <a:defRPr/>
            </a:pPr>
            <a:r>
              <a:rPr lang="en-US" sz="90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DatasetRef</a:t>
            </a:r>
          </a:p>
          <a:p>
            <a:pPr>
              <a:defRPr/>
            </a:pPr>
            <a:r>
              <a:rPr lang="en-US" sz="90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RefYear</a:t>
            </a:r>
          </a:p>
          <a:p>
            <a:pPr>
              <a:defRPr/>
            </a:pPr>
            <a:r>
              <a:rPr lang="en-US" sz="90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RefLang</a:t>
            </a:r>
          </a:p>
          <a:p>
            <a:pPr>
              <a:defRPr/>
            </a:pPr>
            <a:r>
              <a:rPr lang="en-US" sz="90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DatasetManager</a:t>
            </a:r>
          </a:p>
          <a:p>
            <a:pPr>
              <a:defRPr/>
            </a:pPr>
            <a:r>
              <a:rPr lang="en-US" sz="90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AreaHa</a:t>
            </a:r>
          </a:p>
          <a:p>
            <a:pPr>
              <a:defRPr/>
            </a:pPr>
            <a:r>
              <a:rPr lang="en-US" sz="90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ProvinceId</a:t>
            </a:r>
          </a:p>
          <a:p>
            <a:pPr>
              <a:defRPr/>
            </a:pPr>
            <a:r>
              <a:rPr lang="en-US" sz="90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Coords</a:t>
            </a:r>
          </a:p>
          <a:p>
            <a:pPr>
              <a:defRPr/>
            </a:pPr>
            <a:r>
              <a:rPr lang="en-US" sz="90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AltMax, AltMin, AltAver</a:t>
            </a:r>
          </a:p>
          <a:p>
            <a:pPr>
              <a:defRPr/>
            </a:pPr>
            <a:r>
              <a:rPr lang="en-US" sz="90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TempMax, TempMin, TempAver</a:t>
            </a:r>
          </a:p>
          <a:p>
            <a:pPr>
              <a:defRPr/>
            </a:pPr>
            <a:r>
              <a:rPr lang="en-US" sz="90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Precipitation</a:t>
            </a:r>
          </a:p>
          <a:p>
            <a:pPr>
              <a:defRPr/>
            </a:pPr>
            <a:r>
              <a:rPr lang="en-US" sz="90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DatasetTags</a:t>
            </a:r>
          </a:p>
        </p:txBody>
      </p:sp>
      <p:sp>
        <p:nvSpPr>
          <p:cNvPr id="41" name="Rectangle: Rounded Corners 45">
            <a:extLst>
              <a:ext uri="{FF2B5EF4-FFF2-40B4-BE49-F238E27FC236}">
                <a16:creationId xmlns:a16="http://schemas.microsoft.com/office/drawing/2014/main" id="{687F343A-3CD3-36B1-888F-56FE7FDD9024}"/>
              </a:ext>
            </a:extLst>
          </p:cNvPr>
          <p:cNvSpPr/>
          <p:nvPr/>
        </p:nvSpPr>
        <p:spPr bwMode="auto">
          <a:xfrm>
            <a:off x="4855520" y="2675240"/>
            <a:ext cx="1821350" cy="1320153"/>
          </a:xfrm>
          <a:prstGeom prst="roundRect">
            <a:avLst>
              <a:gd name="adj" fmla="val 3991"/>
            </a:avLst>
          </a:prstGeom>
          <a:solidFill>
            <a:schemeClr val="bg1"/>
          </a:solidFill>
          <a:ln w="12700">
            <a:solidFill>
              <a:schemeClr val="tx1"/>
            </a:solidFill>
          </a:ln>
          <a:effectLst/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1" anchor="t"/>
          <a:lstStyle/>
          <a:p>
            <a:pPr>
              <a:defRPr/>
            </a:pPr>
            <a:r>
              <a:rPr lang="en-US" sz="1600" b="1">
                <a:solidFill>
                  <a:schemeClr val="bg1"/>
                </a:solidFill>
                <a:highlight>
                  <a:srgbClr val="800080"/>
                </a:highlight>
                <a:latin typeface="Segoe UI" panose="020B0502040204020203" pitchFamily="34" charset="0"/>
                <a:cs typeface="Segoe UI" panose="020B0502040204020203" pitchFamily="34" charset="0"/>
              </a:rPr>
              <a:t>DatasetDataCN</a:t>
            </a:r>
            <a:endParaRPr sz="1600" b="1">
              <a:solidFill>
                <a:schemeClr val="bg1"/>
              </a:solidFill>
              <a:highlight>
                <a:srgbClr val="800080"/>
              </a:highlight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defRPr/>
            </a:pPr>
            <a:r>
              <a:rPr lang="en-US" sz="900" i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DatasetDataCNId</a:t>
            </a:r>
            <a:endParaRPr lang="en-US" sz="900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defRPr/>
            </a:pPr>
            <a:r>
              <a:rPr lang="en-US" sz="90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DatasetId</a:t>
            </a:r>
          </a:p>
          <a:p>
            <a:pPr>
              <a:defRPr/>
            </a:pPr>
            <a:r>
              <a:rPr lang="en-US" sz="90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LineString</a:t>
            </a:r>
          </a:p>
          <a:p>
            <a:pPr>
              <a:defRPr/>
            </a:pPr>
            <a:r>
              <a:rPr lang="en-US" sz="90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ParsedGenus</a:t>
            </a:r>
          </a:p>
          <a:p>
            <a:pPr>
              <a:defRPr/>
            </a:pPr>
            <a:r>
              <a:rPr lang="en-US" sz="90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ParsedEpithet</a:t>
            </a:r>
          </a:p>
          <a:p>
            <a:pPr>
              <a:defRPr/>
            </a:pPr>
            <a:r>
              <a:rPr lang="en-US" sz="90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SpeciesId</a:t>
            </a:r>
          </a:p>
          <a:p>
            <a:pPr>
              <a:defRPr/>
            </a:pPr>
            <a:r>
              <a:rPr lang="en-US" sz="90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Infraspecific</a:t>
            </a:r>
          </a:p>
        </p:txBody>
      </p:sp>
      <p:sp>
        <p:nvSpPr>
          <p:cNvPr id="47" name="Rectangle: Rounded Corners 45">
            <a:extLst>
              <a:ext uri="{FF2B5EF4-FFF2-40B4-BE49-F238E27FC236}">
                <a16:creationId xmlns:a16="http://schemas.microsoft.com/office/drawing/2014/main" id="{7B375414-8750-DD39-909D-63A7A32B31A5}"/>
              </a:ext>
            </a:extLst>
          </p:cNvPr>
          <p:cNvSpPr/>
          <p:nvPr/>
        </p:nvSpPr>
        <p:spPr bwMode="auto">
          <a:xfrm>
            <a:off x="4860267" y="4097135"/>
            <a:ext cx="1821351" cy="956800"/>
          </a:xfrm>
          <a:prstGeom prst="roundRect">
            <a:avLst>
              <a:gd name="adj" fmla="val 3991"/>
            </a:avLst>
          </a:prstGeom>
          <a:solidFill>
            <a:schemeClr val="bg1"/>
          </a:solidFill>
          <a:ln w="12700">
            <a:solidFill>
              <a:schemeClr val="tx1"/>
            </a:solidFill>
          </a:ln>
          <a:effectLst/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1" anchor="t"/>
          <a:lstStyle/>
          <a:p>
            <a:pPr>
              <a:defRPr/>
            </a:pPr>
            <a:r>
              <a:rPr lang="en-US" sz="1600" b="1">
                <a:solidFill>
                  <a:schemeClr val="bg1"/>
                </a:solidFill>
                <a:highlight>
                  <a:srgbClr val="800080"/>
                </a:highlight>
                <a:latin typeface="Segoe UI" panose="020B0502040204020203" pitchFamily="34" charset="0"/>
                <a:cs typeface="Segoe UI" panose="020B0502040204020203" pitchFamily="34" charset="0"/>
              </a:rPr>
              <a:t>DatasetDataLM</a:t>
            </a:r>
            <a:endParaRPr sz="1600" b="1">
              <a:solidFill>
                <a:schemeClr val="bg1"/>
              </a:solidFill>
              <a:highlight>
                <a:srgbClr val="800080"/>
              </a:highlight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defRPr/>
            </a:pPr>
            <a:r>
              <a:rPr lang="en-US" sz="900" i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DatasetDataLMId</a:t>
            </a:r>
            <a:endParaRPr lang="en-US" sz="900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defRPr/>
            </a:pPr>
            <a:r>
              <a:rPr lang="en-US" sz="90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DatasetId</a:t>
            </a:r>
          </a:p>
          <a:p>
            <a:pPr>
              <a:defRPr/>
            </a:pPr>
            <a:r>
              <a:rPr lang="en-US" sz="90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SpeciesId</a:t>
            </a:r>
          </a:p>
        </p:txBody>
      </p:sp>
      <p:sp>
        <p:nvSpPr>
          <p:cNvPr id="39" name="Rectangle: Rounded Corners 45">
            <a:extLst>
              <a:ext uri="{FF2B5EF4-FFF2-40B4-BE49-F238E27FC236}">
                <a16:creationId xmlns:a16="http://schemas.microsoft.com/office/drawing/2014/main" id="{49951EDA-2E8F-EE6B-9731-1CC1E82FEF61}"/>
              </a:ext>
            </a:extLst>
          </p:cNvPr>
          <p:cNvSpPr/>
          <p:nvPr/>
        </p:nvSpPr>
        <p:spPr bwMode="auto">
          <a:xfrm>
            <a:off x="4853691" y="1678316"/>
            <a:ext cx="1747105" cy="871715"/>
          </a:xfrm>
          <a:prstGeom prst="roundRect">
            <a:avLst>
              <a:gd name="adj" fmla="val 3991"/>
            </a:avLst>
          </a:prstGeom>
          <a:solidFill>
            <a:schemeClr val="bg1"/>
          </a:solidFill>
          <a:ln w="12700">
            <a:solidFill>
              <a:schemeClr val="tx1"/>
            </a:solidFill>
          </a:ln>
          <a:effectLst/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1" anchor="t"/>
          <a:lstStyle/>
          <a:p>
            <a:pPr>
              <a:defRPr/>
            </a:pPr>
            <a:r>
              <a:rPr lang="en-US" sz="1600" b="1">
                <a:solidFill>
                  <a:schemeClr val="bg1"/>
                </a:solidFill>
                <a:highlight>
                  <a:srgbClr val="800080"/>
                </a:highlight>
                <a:latin typeface="Segoe UI" panose="020B0502040204020203" pitchFamily="34" charset="0"/>
                <a:cs typeface="Segoe UI" panose="020B0502040204020203" pitchFamily="34" charset="0"/>
              </a:rPr>
              <a:t>DatasetDataFL</a:t>
            </a:r>
            <a:endParaRPr sz="1600" b="1">
              <a:solidFill>
                <a:schemeClr val="bg1"/>
              </a:solidFill>
              <a:highlight>
                <a:srgbClr val="800080"/>
              </a:highlight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defRPr/>
            </a:pPr>
            <a:r>
              <a:rPr lang="en-US" sz="900" i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DatasetDataFLId</a:t>
            </a:r>
            <a:endParaRPr lang="en-US" sz="900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defRPr/>
            </a:pPr>
            <a:r>
              <a:rPr lang="en-US" sz="90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DatasetId</a:t>
            </a:r>
          </a:p>
          <a:p>
            <a:pPr>
              <a:defRPr/>
            </a:pPr>
            <a:r>
              <a:rPr lang="en-US" sz="90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SpeciesId</a:t>
            </a:r>
          </a:p>
          <a:p>
            <a:pPr>
              <a:defRPr/>
            </a:pPr>
            <a:r>
              <a:rPr lang="en-US" sz="90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Infraspecific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D923ABC3-6FC7-124F-F128-FEB668F37843}"/>
              </a:ext>
            </a:extLst>
          </p:cNvPr>
          <p:cNvSpPr txBox="1"/>
          <p:nvPr/>
        </p:nvSpPr>
        <p:spPr>
          <a:xfrm>
            <a:off x="8251847" y="-591923"/>
            <a:ext cx="4113873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rtl="0"/>
            <a:r>
              <a:rPr lang="en-US" sz="13800" i="1">
                <a:solidFill>
                  <a:schemeClr val="tx1"/>
                </a:solidFill>
                <a:latin typeface="Rastanty Cortez" panose="020F0502020204030204" pitchFamily="2" charset="0"/>
                <a:ea typeface="Dotum" panose="020B0600000101010101" pitchFamily="34" charset="-127"/>
                <a:cs typeface="Biome Light" panose="020B0303030204020804" pitchFamily="34" charset="0"/>
              </a:rPr>
              <a:t>Al</a:t>
            </a:r>
            <a:r>
              <a:rPr lang="en-US" sz="13800" i="1">
                <a:latin typeface="Rastanty Cortez" panose="020F0502020204030204" pitchFamily="2" charset="0"/>
                <a:ea typeface="Dotum" panose="020B0600000101010101" pitchFamily="34" charset="-127"/>
                <a:cs typeface="Biome Light" panose="020B0303030204020804" pitchFamily="34" charset="0"/>
              </a:rPr>
              <a:t>a</a:t>
            </a:r>
            <a:r>
              <a:rPr lang="en-US" sz="13800" i="1">
                <a:solidFill>
                  <a:srgbClr val="C00000"/>
                </a:solidFill>
                <a:latin typeface="Rastanty Cortez" panose="020F0502020204030204" pitchFamily="2" charset="0"/>
                <a:ea typeface="Dotum" panose="020B0600000101010101" pitchFamily="34" charset="-127"/>
                <a:cs typeface="Biome Light" panose="020B0303030204020804" pitchFamily="34" charset="0"/>
              </a:rPr>
              <a:t>m</a:t>
            </a:r>
            <a:r>
              <a:rPr lang="en-US" sz="13800" i="1">
                <a:solidFill>
                  <a:schemeClr val="tx1"/>
                </a:solidFill>
                <a:latin typeface="Rastanty Cortez" panose="020F0502020204030204" pitchFamily="2" charset="0"/>
                <a:ea typeface="Dotum" panose="020B0600000101010101" pitchFamily="34" charset="-127"/>
                <a:cs typeface="Biome Light" panose="020B0303030204020804" pitchFamily="34" charset="0"/>
              </a:rPr>
              <a:t>ut</a:t>
            </a:r>
          </a:p>
        </p:txBody>
      </p:sp>
      <p:sp>
        <p:nvSpPr>
          <p:cNvPr id="29" name="Rectangle: Rounded Corners 45">
            <a:extLst>
              <a:ext uri="{FF2B5EF4-FFF2-40B4-BE49-F238E27FC236}">
                <a16:creationId xmlns:a16="http://schemas.microsoft.com/office/drawing/2014/main" id="{2158A57C-3426-C5D1-76A6-02CD12283F4D}"/>
              </a:ext>
            </a:extLst>
          </p:cNvPr>
          <p:cNvSpPr/>
          <p:nvPr/>
        </p:nvSpPr>
        <p:spPr bwMode="auto">
          <a:xfrm>
            <a:off x="3010164" y="5135864"/>
            <a:ext cx="2144506" cy="1213704"/>
          </a:xfrm>
          <a:prstGeom prst="roundRect">
            <a:avLst>
              <a:gd name="adj" fmla="val 3991"/>
            </a:avLst>
          </a:prstGeom>
          <a:solidFill>
            <a:schemeClr val="bg1"/>
          </a:solidFill>
          <a:ln w="12700">
            <a:solidFill>
              <a:schemeClr val="tx1"/>
            </a:solidFill>
          </a:ln>
          <a:effectLst/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1" anchor="t"/>
          <a:lstStyle/>
          <a:p>
            <a:pPr>
              <a:defRPr/>
            </a:pPr>
            <a:r>
              <a:rPr lang="en-US" sz="1600" b="1">
                <a:solidFill>
                  <a:schemeClr val="bg1"/>
                </a:solidFill>
                <a:highlight>
                  <a:srgbClr val="800080"/>
                </a:highlight>
                <a:latin typeface="Segoe UI" panose="020B0502040204020203" pitchFamily="34" charset="0"/>
                <a:cs typeface="Segoe UI" panose="020B0502040204020203" pitchFamily="34" charset="0"/>
              </a:rPr>
              <a:t>Stations</a:t>
            </a:r>
            <a:endParaRPr sz="1600" b="1">
              <a:solidFill>
                <a:schemeClr val="bg1"/>
              </a:solidFill>
              <a:highlight>
                <a:srgbClr val="800080"/>
              </a:highlight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defRPr/>
            </a:pPr>
            <a:r>
              <a:rPr lang="en-US" sz="900" i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StationId</a:t>
            </a:r>
          </a:p>
          <a:p>
            <a:pPr>
              <a:defRPr/>
            </a:pPr>
            <a:r>
              <a:rPr lang="en-US" sz="90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StationCode</a:t>
            </a:r>
          </a:p>
          <a:p>
            <a:pPr>
              <a:defRPr/>
            </a:pPr>
            <a:r>
              <a:rPr lang="en-US" sz="90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StationName</a:t>
            </a:r>
          </a:p>
          <a:p>
            <a:pPr>
              <a:defRPr/>
            </a:pPr>
            <a:r>
              <a:rPr lang="en-US" sz="90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StationAlt</a:t>
            </a:r>
          </a:p>
          <a:p>
            <a:pPr>
              <a:defRPr/>
            </a:pPr>
            <a:r>
              <a:rPr lang="en-US" sz="90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StationCoords</a:t>
            </a:r>
          </a:p>
        </p:txBody>
      </p:sp>
      <p:sp>
        <p:nvSpPr>
          <p:cNvPr id="31" name="Rectangle: Rounded Corners 45">
            <a:extLst>
              <a:ext uri="{FF2B5EF4-FFF2-40B4-BE49-F238E27FC236}">
                <a16:creationId xmlns:a16="http://schemas.microsoft.com/office/drawing/2014/main" id="{E8A7ADAB-0D1B-3F13-129C-226434C04753}"/>
              </a:ext>
            </a:extLst>
          </p:cNvPr>
          <p:cNvSpPr/>
          <p:nvPr/>
        </p:nvSpPr>
        <p:spPr bwMode="auto">
          <a:xfrm>
            <a:off x="4853691" y="5310077"/>
            <a:ext cx="1821350" cy="1140311"/>
          </a:xfrm>
          <a:prstGeom prst="roundRect">
            <a:avLst>
              <a:gd name="adj" fmla="val 3991"/>
            </a:avLst>
          </a:prstGeom>
          <a:solidFill>
            <a:schemeClr val="bg1"/>
          </a:solidFill>
          <a:ln w="12700">
            <a:solidFill>
              <a:schemeClr val="tx1"/>
            </a:solidFill>
          </a:ln>
          <a:effectLst/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1" anchor="t"/>
          <a:lstStyle/>
          <a:p>
            <a:pPr>
              <a:defRPr/>
            </a:pPr>
            <a:r>
              <a:rPr lang="en-US" sz="1600" b="1">
                <a:solidFill>
                  <a:schemeClr val="bg1"/>
                </a:solidFill>
                <a:highlight>
                  <a:srgbClr val="800080"/>
                </a:highlight>
                <a:latin typeface="Segoe UI" panose="020B0502040204020203" pitchFamily="34" charset="0"/>
                <a:cs typeface="Segoe UI" panose="020B0502040204020203" pitchFamily="34" charset="0"/>
              </a:rPr>
              <a:t>DatasetDataST</a:t>
            </a:r>
            <a:endParaRPr sz="1600" b="1">
              <a:solidFill>
                <a:schemeClr val="bg1"/>
              </a:solidFill>
              <a:highlight>
                <a:srgbClr val="800080"/>
              </a:highlight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defRPr/>
            </a:pPr>
            <a:r>
              <a:rPr lang="en-US" sz="900" i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DatasetDataSTId</a:t>
            </a:r>
            <a:endParaRPr lang="en-US" sz="900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defRPr/>
            </a:pPr>
            <a:r>
              <a:rPr lang="en-US" sz="90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StationId</a:t>
            </a:r>
          </a:p>
          <a:p>
            <a:pPr>
              <a:defRPr/>
            </a:pPr>
            <a:r>
              <a:rPr lang="en-US" sz="90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Yr</a:t>
            </a:r>
          </a:p>
          <a:p>
            <a:pPr>
              <a:defRPr/>
            </a:pPr>
            <a:r>
              <a:rPr lang="en-US" sz="90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DataType {T/P}</a:t>
            </a:r>
          </a:p>
          <a:p>
            <a:pPr>
              <a:defRPr/>
            </a:pPr>
            <a:r>
              <a:rPr lang="en-US" sz="90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M01-M12</a:t>
            </a:r>
          </a:p>
          <a:p>
            <a:pPr>
              <a:defRPr/>
            </a:pPr>
            <a:endParaRPr lang="en-US" sz="900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Rectangle: Rounded Corners 45">
            <a:extLst>
              <a:ext uri="{FF2B5EF4-FFF2-40B4-BE49-F238E27FC236}">
                <a16:creationId xmlns:a16="http://schemas.microsoft.com/office/drawing/2014/main" id="{A93682B5-1009-361C-E90C-78D91401F575}"/>
              </a:ext>
            </a:extLst>
          </p:cNvPr>
          <p:cNvSpPr/>
          <p:nvPr/>
        </p:nvSpPr>
        <p:spPr bwMode="auto">
          <a:xfrm>
            <a:off x="6492638" y="2335913"/>
            <a:ext cx="1416106" cy="3287717"/>
          </a:xfrm>
          <a:prstGeom prst="roundRect">
            <a:avLst>
              <a:gd name="adj" fmla="val 3991"/>
            </a:avLst>
          </a:prstGeom>
          <a:solidFill>
            <a:schemeClr val="bg1"/>
          </a:solidFill>
          <a:ln w="12700">
            <a:solidFill>
              <a:schemeClr val="tx1"/>
            </a:solidFill>
          </a:ln>
          <a:effectLst/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1" anchor="t"/>
          <a:lstStyle/>
          <a:p>
            <a:pPr>
              <a:defRPr/>
            </a:pPr>
            <a:r>
              <a:rPr lang="en-US" sz="1600" b="1">
                <a:solidFill>
                  <a:schemeClr val="bg1"/>
                </a:solidFill>
                <a:highlight>
                  <a:srgbClr val="008000"/>
                </a:highlight>
                <a:latin typeface="Segoe UI" panose="020B0502040204020203" pitchFamily="34" charset="0"/>
                <a:cs typeface="Segoe UI" panose="020B0502040204020203" pitchFamily="34" charset="0"/>
              </a:rPr>
              <a:t>Species</a:t>
            </a:r>
            <a:endParaRPr sz="1600" b="1">
              <a:solidFill>
                <a:schemeClr val="bg1"/>
              </a:solidFill>
              <a:highlight>
                <a:srgbClr val="008000"/>
              </a:highlight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defRPr/>
            </a:pPr>
            <a:r>
              <a:rPr lang="en-US" sz="900" i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SpeciesId (wfo)</a:t>
            </a:r>
            <a:endParaRPr lang="en-US" sz="900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defRPr/>
            </a:pPr>
            <a:r>
              <a:rPr lang="en-US" sz="90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AcceptedId (wfo)</a:t>
            </a:r>
          </a:p>
          <a:p>
            <a:pPr>
              <a:defRPr/>
            </a:pPr>
            <a:r>
              <a:rPr lang="en-US" sz="90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GenusId</a:t>
            </a:r>
          </a:p>
          <a:p>
            <a:pPr>
              <a:defRPr/>
            </a:pPr>
            <a:r>
              <a:rPr lang="en-US" sz="90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Epithet</a:t>
            </a:r>
          </a:p>
          <a:p>
            <a:pPr>
              <a:defRPr/>
            </a:pPr>
            <a:r>
              <a:rPr lang="en-US" sz="90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Rank</a:t>
            </a:r>
          </a:p>
          <a:p>
            <a:pPr>
              <a:defRPr/>
            </a:pPr>
            <a:r>
              <a:rPr lang="en-US" sz="90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InfraEpithet</a:t>
            </a:r>
          </a:p>
          <a:p>
            <a:pPr>
              <a:defRPr/>
            </a:pPr>
            <a:r>
              <a:rPr lang="en-US" sz="90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Author</a:t>
            </a:r>
          </a:p>
          <a:p>
            <a:pPr>
              <a:defRPr/>
            </a:pPr>
            <a:r>
              <a:rPr lang="en-US" sz="90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NomStatus</a:t>
            </a:r>
          </a:p>
          <a:p>
            <a:pPr>
              <a:defRPr/>
            </a:pPr>
            <a:r>
              <a:rPr lang="en-US" sz="90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TaxStatus</a:t>
            </a:r>
          </a:p>
          <a:p>
            <a:pPr>
              <a:defRPr/>
            </a:pPr>
            <a:r>
              <a:rPr lang="en-US" sz="90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ConsStatus</a:t>
            </a:r>
          </a:p>
          <a:p>
            <a:pPr>
              <a:defRPr/>
            </a:pPr>
            <a:r>
              <a:rPr lang="en-US" sz="90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Characters</a:t>
            </a:r>
          </a:p>
          <a:p>
            <a:pPr>
              <a:defRPr/>
            </a:pPr>
            <a:r>
              <a:rPr lang="en-US" sz="90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Chorotype</a:t>
            </a:r>
          </a:p>
          <a:p>
            <a:pPr>
              <a:defRPr/>
            </a:pPr>
            <a:r>
              <a:rPr lang="en-US" sz="90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Lifeform</a:t>
            </a:r>
          </a:p>
          <a:p>
            <a:pPr>
              <a:defRPr/>
            </a:pPr>
            <a:r>
              <a:rPr lang="en-US" sz="90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IsHybid</a:t>
            </a:r>
          </a:p>
          <a:p>
            <a:pPr>
              <a:defRPr/>
            </a:pPr>
            <a:endParaRPr lang="en-US" sz="900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Rectangle: Rounded Corners 45">
            <a:extLst>
              <a:ext uri="{FF2B5EF4-FFF2-40B4-BE49-F238E27FC236}">
                <a16:creationId xmlns:a16="http://schemas.microsoft.com/office/drawing/2014/main" id="{91E26DB2-8D6E-DCA4-FD7D-BB7F23ED10E8}"/>
              </a:ext>
            </a:extLst>
          </p:cNvPr>
          <p:cNvSpPr/>
          <p:nvPr/>
        </p:nvSpPr>
        <p:spPr bwMode="auto">
          <a:xfrm>
            <a:off x="7539375" y="2743079"/>
            <a:ext cx="1278585" cy="1009790"/>
          </a:xfrm>
          <a:prstGeom prst="roundRect">
            <a:avLst>
              <a:gd name="adj" fmla="val 3991"/>
            </a:avLst>
          </a:prstGeom>
          <a:solidFill>
            <a:schemeClr val="bg1"/>
          </a:solidFill>
          <a:ln w="12700">
            <a:solidFill>
              <a:schemeClr val="tx1"/>
            </a:solidFill>
          </a:ln>
          <a:effectLst/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1" anchor="t"/>
          <a:lstStyle/>
          <a:p>
            <a:pPr>
              <a:defRPr/>
            </a:pPr>
            <a:r>
              <a:rPr lang="en-US" sz="1600" b="1">
                <a:solidFill>
                  <a:schemeClr val="bg1"/>
                </a:solidFill>
                <a:highlight>
                  <a:srgbClr val="008000"/>
                </a:highlight>
                <a:latin typeface="Segoe UI" panose="020B0502040204020203" pitchFamily="34" charset="0"/>
                <a:cs typeface="Segoe UI" panose="020B0502040204020203" pitchFamily="34" charset="0"/>
              </a:rPr>
              <a:t>Genera</a:t>
            </a:r>
            <a:endParaRPr sz="1600" b="1">
              <a:solidFill>
                <a:schemeClr val="bg1"/>
              </a:solidFill>
              <a:highlight>
                <a:srgbClr val="008000"/>
              </a:highlight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defRPr/>
            </a:pPr>
            <a:r>
              <a:rPr lang="en-US" sz="900" i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GenusId</a:t>
            </a:r>
            <a:endParaRPr lang="en-US" sz="900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defRPr/>
            </a:pPr>
            <a:r>
              <a:rPr lang="en-US" sz="90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FamilyId</a:t>
            </a:r>
          </a:p>
          <a:p>
            <a:pPr>
              <a:defRPr/>
            </a:pPr>
            <a:r>
              <a:rPr lang="en-US" sz="90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GenusName</a:t>
            </a:r>
          </a:p>
          <a:p>
            <a:pPr>
              <a:defRPr/>
            </a:pPr>
            <a:r>
              <a:rPr lang="en-US" sz="90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GenusAut</a:t>
            </a:r>
          </a:p>
        </p:txBody>
      </p:sp>
      <p:sp>
        <p:nvSpPr>
          <p:cNvPr id="7" name="Rectangle: Rounded Corners 45">
            <a:extLst>
              <a:ext uri="{FF2B5EF4-FFF2-40B4-BE49-F238E27FC236}">
                <a16:creationId xmlns:a16="http://schemas.microsoft.com/office/drawing/2014/main" id="{227E0001-BF0D-E485-AFA8-279C3F4D2373}"/>
              </a:ext>
            </a:extLst>
          </p:cNvPr>
          <p:cNvSpPr/>
          <p:nvPr/>
        </p:nvSpPr>
        <p:spPr bwMode="auto">
          <a:xfrm>
            <a:off x="8430527" y="1906672"/>
            <a:ext cx="1233203" cy="1596320"/>
          </a:xfrm>
          <a:prstGeom prst="roundRect">
            <a:avLst>
              <a:gd name="adj" fmla="val 3991"/>
            </a:avLst>
          </a:prstGeom>
          <a:solidFill>
            <a:schemeClr val="bg1"/>
          </a:solidFill>
          <a:ln w="12700">
            <a:solidFill>
              <a:schemeClr val="tx1"/>
            </a:solidFill>
          </a:ln>
          <a:effectLst/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1" anchor="t"/>
          <a:lstStyle/>
          <a:p>
            <a:pPr>
              <a:defRPr/>
            </a:pPr>
            <a:r>
              <a:rPr lang="en-US" sz="1600" b="1">
                <a:solidFill>
                  <a:schemeClr val="bg1"/>
                </a:solidFill>
                <a:highlight>
                  <a:srgbClr val="008000"/>
                </a:highlight>
                <a:latin typeface="Segoe UI" panose="020B0502040204020203" pitchFamily="34" charset="0"/>
                <a:cs typeface="Segoe UI" panose="020B0502040204020203" pitchFamily="34" charset="0"/>
              </a:rPr>
              <a:t>Families</a:t>
            </a:r>
            <a:endParaRPr sz="1600" b="1">
              <a:solidFill>
                <a:schemeClr val="bg1"/>
              </a:solidFill>
              <a:highlight>
                <a:srgbClr val="008000"/>
              </a:highlight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defRPr/>
            </a:pPr>
            <a:r>
              <a:rPr lang="en-US" sz="900" i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FamilyId</a:t>
            </a:r>
          </a:p>
          <a:p>
            <a:pPr>
              <a:defRPr/>
            </a:pPr>
            <a:r>
              <a:rPr lang="en-US" sz="90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OrderId</a:t>
            </a:r>
          </a:p>
          <a:p>
            <a:pPr>
              <a:defRPr/>
            </a:pPr>
            <a:r>
              <a:rPr lang="en-US" sz="90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FamilyName</a:t>
            </a:r>
          </a:p>
          <a:p>
            <a:pPr>
              <a:defRPr/>
            </a:pPr>
            <a:r>
              <a:rPr lang="en-US" sz="90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FamilyAut</a:t>
            </a:r>
          </a:p>
          <a:p>
            <a:pPr>
              <a:defRPr/>
            </a:pPr>
            <a:r>
              <a:rPr lang="en-US" sz="90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Protolog</a:t>
            </a:r>
          </a:p>
          <a:p>
            <a:pPr>
              <a:defRPr/>
            </a:pPr>
            <a:r>
              <a:rPr lang="en-US" sz="90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DeltaNote</a:t>
            </a:r>
          </a:p>
          <a:p>
            <a:pPr>
              <a:defRPr/>
            </a:pPr>
            <a:r>
              <a:rPr lang="en-US" sz="90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FlowerFormula</a:t>
            </a:r>
          </a:p>
          <a:p>
            <a:pPr>
              <a:defRPr/>
            </a:pPr>
            <a:r>
              <a:rPr lang="en-US" sz="90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FamilyTags</a:t>
            </a:r>
          </a:p>
          <a:p>
            <a:pPr>
              <a:defRPr/>
            </a:pPr>
            <a:endParaRPr lang="en-US" sz="900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" name="Rectangle: Rounded Corners 45">
            <a:extLst>
              <a:ext uri="{FF2B5EF4-FFF2-40B4-BE49-F238E27FC236}">
                <a16:creationId xmlns:a16="http://schemas.microsoft.com/office/drawing/2014/main" id="{C0682B43-DC8B-E983-4AEF-F3F39A6085EF}"/>
              </a:ext>
            </a:extLst>
          </p:cNvPr>
          <p:cNvSpPr/>
          <p:nvPr/>
        </p:nvSpPr>
        <p:spPr bwMode="auto">
          <a:xfrm>
            <a:off x="9450328" y="1617811"/>
            <a:ext cx="1377673" cy="1364705"/>
          </a:xfrm>
          <a:prstGeom prst="roundRect">
            <a:avLst>
              <a:gd name="adj" fmla="val 3991"/>
            </a:avLst>
          </a:prstGeom>
          <a:solidFill>
            <a:schemeClr val="bg1"/>
          </a:solidFill>
          <a:ln w="12700">
            <a:solidFill>
              <a:schemeClr val="tx1"/>
            </a:solidFill>
          </a:ln>
          <a:effectLst/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1" anchor="t"/>
          <a:lstStyle/>
          <a:p>
            <a:pPr>
              <a:defRPr/>
            </a:pPr>
            <a:r>
              <a:rPr lang="en-US" sz="1600" b="1">
                <a:solidFill>
                  <a:schemeClr val="bg1"/>
                </a:solidFill>
                <a:highlight>
                  <a:srgbClr val="008000"/>
                </a:highlight>
                <a:latin typeface="Segoe UI" panose="020B0502040204020203" pitchFamily="34" charset="0"/>
                <a:cs typeface="Segoe UI" panose="020B0502040204020203" pitchFamily="34" charset="0"/>
              </a:rPr>
              <a:t>Orders</a:t>
            </a:r>
            <a:endParaRPr sz="1600" b="1">
              <a:solidFill>
                <a:schemeClr val="bg1"/>
              </a:solidFill>
              <a:highlight>
                <a:srgbClr val="008000"/>
              </a:highlight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defRPr/>
            </a:pPr>
            <a:r>
              <a:rPr lang="en-US" sz="900" i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OrderId</a:t>
            </a:r>
            <a:endParaRPr lang="en-US" sz="900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defRPr/>
            </a:pPr>
            <a:r>
              <a:rPr lang="en-US" sz="90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ApgGroupId</a:t>
            </a:r>
          </a:p>
          <a:p>
            <a:pPr>
              <a:defRPr/>
            </a:pPr>
            <a:r>
              <a:rPr lang="en-US" sz="90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OrderName</a:t>
            </a:r>
          </a:p>
          <a:p>
            <a:pPr>
              <a:defRPr/>
            </a:pPr>
            <a:r>
              <a:rPr lang="en-US" sz="90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OrderSeq</a:t>
            </a:r>
          </a:p>
          <a:p>
            <a:pPr>
              <a:defRPr/>
            </a:pPr>
            <a:r>
              <a:rPr lang="en-US" sz="90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OrderNote</a:t>
            </a:r>
          </a:p>
        </p:txBody>
      </p:sp>
      <p:sp>
        <p:nvSpPr>
          <p:cNvPr id="15" name="Rectangle: Rounded Corners 45">
            <a:extLst>
              <a:ext uri="{FF2B5EF4-FFF2-40B4-BE49-F238E27FC236}">
                <a16:creationId xmlns:a16="http://schemas.microsoft.com/office/drawing/2014/main" id="{A12F9A92-71A9-063A-6E59-D8E52EAFA3A2}"/>
              </a:ext>
            </a:extLst>
          </p:cNvPr>
          <p:cNvSpPr/>
          <p:nvPr/>
        </p:nvSpPr>
        <p:spPr bwMode="auto">
          <a:xfrm>
            <a:off x="10404718" y="1271499"/>
            <a:ext cx="1377673" cy="2943148"/>
          </a:xfrm>
          <a:prstGeom prst="roundRect">
            <a:avLst>
              <a:gd name="adj" fmla="val 3991"/>
            </a:avLst>
          </a:prstGeom>
          <a:solidFill>
            <a:schemeClr val="bg1"/>
          </a:solidFill>
          <a:ln w="12700">
            <a:solidFill>
              <a:schemeClr val="tx1"/>
            </a:solidFill>
          </a:ln>
          <a:effectLst/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1" anchor="t"/>
          <a:lstStyle/>
          <a:p>
            <a:pPr>
              <a:defRPr/>
            </a:pPr>
            <a:r>
              <a:rPr lang="en-US" sz="1600" b="1">
                <a:solidFill>
                  <a:schemeClr val="bg1"/>
                </a:solidFill>
                <a:highlight>
                  <a:srgbClr val="008000"/>
                </a:highlight>
                <a:latin typeface="Segoe UI" panose="020B0502040204020203" pitchFamily="34" charset="0"/>
                <a:cs typeface="Segoe UI" panose="020B0502040204020203" pitchFamily="34" charset="0"/>
              </a:rPr>
              <a:t>ApgGroups</a:t>
            </a:r>
            <a:endParaRPr sz="1600" b="1">
              <a:solidFill>
                <a:schemeClr val="bg1"/>
              </a:solidFill>
              <a:highlight>
                <a:srgbClr val="008000"/>
              </a:highlight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defRPr/>
            </a:pPr>
            <a:r>
              <a:rPr lang="en-US" sz="900" i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ApgGroupId</a:t>
            </a:r>
            <a:endParaRPr lang="en-US" sz="900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defRPr/>
            </a:pPr>
            <a:r>
              <a:rPr lang="en-US" sz="90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Sequence</a:t>
            </a:r>
          </a:p>
          <a:p>
            <a:pPr>
              <a:defRPr/>
            </a:pPr>
            <a:r>
              <a:rPr lang="en-US" sz="90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ApgGroupName</a:t>
            </a:r>
          </a:p>
          <a:p>
            <a:pPr>
              <a:defRPr/>
            </a:pPr>
            <a:endParaRPr lang="en-US" sz="900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defRPr/>
            </a:pPr>
            <a:r>
              <a:rPr lang="en-US" sz="70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   1'000      Algae</a:t>
            </a:r>
          </a:p>
          <a:p>
            <a:pPr>
              <a:defRPr/>
            </a:pPr>
            <a:r>
              <a:rPr lang="en-US" sz="70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   2'000      Bryophytes</a:t>
            </a:r>
          </a:p>
          <a:p>
            <a:pPr>
              <a:defRPr/>
            </a:pPr>
            <a:r>
              <a:rPr lang="en-US" sz="70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   3'000      Lycophytes</a:t>
            </a:r>
          </a:p>
          <a:p>
            <a:pPr>
              <a:defRPr/>
            </a:pPr>
            <a:r>
              <a:rPr lang="en-US" sz="70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   4'000      Monilophytes</a:t>
            </a:r>
          </a:p>
          <a:p>
            <a:pPr>
              <a:defRPr/>
            </a:pPr>
            <a:r>
              <a:rPr lang="en-US" sz="70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   5'000      Coniferophyt</a:t>
            </a:r>
          </a:p>
          <a:p>
            <a:pPr>
              <a:defRPr/>
            </a:pPr>
            <a:r>
              <a:rPr lang="en-US" sz="70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   6'000      Angiosperms</a:t>
            </a:r>
          </a:p>
          <a:p>
            <a:pPr>
              <a:defRPr/>
            </a:pPr>
            <a:r>
              <a:rPr lang="en-US" sz="70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   6'001      Unclass. Ang.</a:t>
            </a:r>
          </a:p>
          <a:p>
            <a:pPr>
              <a:defRPr/>
            </a:pPr>
            <a:r>
              <a:rPr lang="en-US" sz="70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   6'100      Basal Ang.</a:t>
            </a:r>
          </a:p>
          <a:p>
            <a:pPr>
              <a:defRPr/>
            </a:pPr>
            <a:r>
              <a:rPr lang="en-US" sz="70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   6'200      Magnoliids</a:t>
            </a:r>
          </a:p>
          <a:p>
            <a:pPr>
              <a:defRPr/>
            </a:pPr>
            <a:r>
              <a:rPr lang="en-US" sz="70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   6'300      Monocots</a:t>
            </a:r>
          </a:p>
          <a:p>
            <a:pPr>
              <a:defRPr/>
            </a:pPr>
            <a:r>
              <a:rPr lang="en-US" sz="70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   6'399      Sist of Eudicots</a:t>
            </a:r>
          </a:p>
          <a:p>
            <a:pPr>
              <a:defRPr/>
            </a:pPr>
            <a:r>
              <a:rPr lang="en-US" sz="70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   6'400      Eudicots</a:t>
            </a:r>
          </a:p>
          <a:p>
            <a:pPr>
              <a:defRPr/>
            </a:pPr>
            <a:r>
              <a:rPr lang="en-US" sz="70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   6'500      Basal Eudicots</a:t>
            </a:r>
          </a:p>
          <a:p>
            <a:pPr>
              <a:defRPr/>
            </a:pPr>
            <a:r>
              <a:rPr lang="en-US" sz="70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   6'600      Core Eudicots</a:t>
            </a:r>
          </a:p>
          <a:p>
            <a:pPr>
              <a:defRPr/>
            </a:pPr>
            <a:r>
              <a:rPr lang="en-US" sz="70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   6'610      Super Rosids</a:t>
            </a:r>
          </a:p>
          <a:p>
            <a:pPr>
              <a:defRPr/>
            </a:pPr>
            <a:r>
              <a:rPr lang="en-US" sz="70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   6'620      Rosids</a:t>
            </a:r>
          </a:p>
          <a:p>
            <a:pPr>
              <a:defRPr/>
            </a:pPr>
            <a:r>
              <a:rPr lang="en-US" sz="70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   6'650      Super Asterids</a:t>
            </a:r>
          </a:p>
          <a:p>
            <a:pPr>
              <a:defRPr/>
            </a:pPr>
            <a:r>
              <a:rPr lang="en-US" sz="70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   6'660      Asterids</a:t>
            </a:r>
          </a:p>
          <a:p>
            <a:pPr>
              <a:defRPr/>
            </a:pPr>
            <a:r>
              <a:rPr lang="en-US" sz="70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   10'000    RESERVED</a:t>
            </a:r>
          </a:p>
          <a:p>
            <a:pPr>
              <a:defRPr/>
            </a:pPr>
            <a:endParaRPr lang="en-US" sz="900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0F83673-90A5-210B-CD9F-7A85C0163F6D}"/>
              </a:ext>
            </a:extLst>
          </p:cNvPr>
          <p:cNvSpPr txBox="1"/>
          <p:nvPr/>
        </p:nvSpPr>
        <p:spPr>
          <a:xfrm>
            <a:off x="7898014" y="4436996"/>
            <a:ext cx="1026285" cy="13388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800">
                <a:latin typeface="Segoe UI" panose="020B0502040204020203" pitchFamily="34" charset="0"/>
                <a:cs typeface="Segoe UI" panose="020B0502040204020203" pitchFamily="34" charset="0"/>
              </a:rPr>
              <a:t>Rank</a:t>
            </a:r>
            <a:endParaRPr lang="en-US" sz="800">
              <a:effectLst/>
              <a:latin typeface="Cascadia Mono" panose="020B0609020000020004" pitchFamily="49" charset="0"/>
            </a:endParaRPr>
          </a:p>
          <a:p>
            <a:pPr>
              <a:buNone/>
            </a:pPr>
            <a:r>
              <a:rPr lang="en-US" sz="800">
                <a:effectLst/>
                <a:latin typeface="Cascadia Mono" panose="020B0609020000020004" pitchFamily="49" charset="0"/>
              </a:rPr>
              <a:t>1 species</a:t>
            </a:r>
          </a:p>
          <a:p>
            <a:pPr>
              <a:buNone/>
            </a:pPr>
            <a:r>
              <a:rPr lang="en-US" sz="800">
                <a:effectLst/>
                <a:latin typeface="Cascadia Mono" panose="020B0609020000020004" pitchFamily="49" charset="0"/>
              </a:rPr>
              <a:t>2 subspecies</a:t>
            </a:r>
          </a:p>
          <a:p>
            <a:pPr>
              <a:buNone/>
            </a:pPr>
            <a:r>
              <a:rPr lang="en-US" sz="800">
                <a:effectLst/>
                <a:latin typeface="Cascadia Mono" panose="020B0609020000020004" pitchFamily="49" charset="0"/>
              </a:rPr>
              <a:t>3 variety</a:t>
            </a:r>
          </a:p>
          <a:p>
            <a:pPr>
              <a:buNone/>
            </a:pPr>
            <a:r>
              <a:rPr lang="en-US" sz="800">
                <a:effectLst/>
                <a:latin typeface="Cascadia Mono" panose="020B0609020000020004" pitchFamily="49" charset="0"/>
              </a:rPr>
              <a:t>4 subvariety</a:t>
            </a:r>
          </a:p>
          <a:p>
            <a:pPr>
              <a:buNone/>
            </a:pPr>
            <a:r>
              <a:rPr lang="en-US" sz="800">
                <a:effectLst/>
                <a:latin typeface="Cascadia Mono" panose="020B0609020000020004" pitchFamily="49" charset="0"/>
              </a:rPr>
              <a:t>5 form</a:t>
            </a:r>
          </a:p>
          <a:p>
            <a:pPr>
              <a:buNone/>
            </a:pPr>
            <a:r>
              <a:rPr lang="en-US" sz="800">
                <a:effectLst/>
                <a:latin typeface="Cascadia Mono" panose="020B0609020000020004" pitchFamily="49" charset="0"/>
              </a:rPr>
              <a:t>6 subform</a:t>
            </a:r>
          </a:p>
          <a:p>
            <a:pPr>
              <a:buNone/>
            </a:pPr>
            <a:r>
              <a:rPr lang="en-US" sz="800">
                <a:effectLst/>
                <a:latin typeface="Cascadia Mono" panose="020B0609020000020004" pitchFamily="49" charset="0"/>
              </a:rPr>
              <a:t>7 lusus</a:t>
            </a:r>
          </a:p>
          <a:p>
            <a:pPr>
              <a:buNone/>
            </a:pPr>
            <a:r>
              <a:rPr lang="en-US" sz="800">
                <a:effectLst/>
                <a:latin typeface="Cascadia Mono" panose="020B0609020000020004" pitchFamily="49" charset="0"/>
              </a:rPr>
              <a:t>8 prole</a:t>
            </a:r>
          </a:p>
          <a:p>
            <a:pPr>
              <a:buNone/>
            </a:pPr>
            <a:r>
              <a:rPr lang="en-US" sz="800">
                <a:effectLst/>
                <a:latin typeface="Cascadia Mono" panose="020B0609020000020004" pitchFamily="49" charset="0"/>
              </a:rPr>
              <a:t>9 unranked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F6030A3-1B99-F3B9-46F3-00A660303558}"/>
              </a:ext>
            </a:extLst>
          </p:cNvPr>
          <p:cNvSpPr txBox="1"/>
          <p:nvPr/>
        </p:nvSpPr>
        <p:spPr>
          <a:xfrm>
            <a:off x="8663279" y="5003712"/>
            <a:ext cx="1026285" cy="969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800">
                <a:latin typeface="Segoe UI" panose="020B0502040204020203" pitchFamily="34" charset="0"/>
                <a:cs typeface="Segoe UI" panose="020B0502040204020203" pitchFamily="34" charset="0"/>
              </a:rPr>
              <a:t>NomStatus</a:t>
            </a:r>
            <a:endParaRPr lang="en-US" sz="800">
              <a:effectLst/>
              <a:latin typeface="Cascadia Mono" panose="020B0609020000020004" pitchFamily="49" charset="0"/>
            </a:endParaRPr>
          </a:p>
          <a:p>
            <a:pPr>
              <a:buNone/>
            </a:pPr>
            <a:r>
              <a:rPr lang="en-US" sz="800">
                <a:effectLst/>
                <a:latin typeface="Cascadia Mono" panose="020B0609020000020004" pitchFamily="49" charset="0"/>
              </a:rPr>
              <a:t>1 Valid</a:t>
            </a:r>
          </a:p>
          <a:p>
            <a:pPr>
              <a:buNone/>
            </a:pPr>
            <a:r>
              <a:rPr lang="en-US" sz="800">
                <a:effectLst/>
                <a:latin typeface="Cascadia Mono" panose="020B0609020000020004" pitchFamily="49" charset="0"/>
              </a:rPr>
              <a:t>2 Conserved</a:t>
            </a:r>
          </a:p>
          <a:p>
            <a:pPr>
              <a:buNone/>
            </a:pPr>
            <a:r>
              <a:rPr lang="en-US" sz="800">
                <a:effectLst/>
                <a:latin typeface="Cascadia Mono" panose="020B0609020000020004" pitchFamily="49" charset="0"/>
              </a:rPr>
              <a:t>3 Invalid</a:t>
            </a:r>
          </a:p>
          <a:p>
            <a:pPr>
              <a:buNone/>
            </a:pPr>
            <a:r>
              <a:rPr lang="en-US" sz="800">
                <a:effectLst/>
                <a:latin typeface="Cascadia Mono" panose="020B0609020000020004" pitchFamily="49" charset="0"/>
              </a:rPr>
              <a:t>4 Rejected</a:t>
            </a:r>
          </a:p>
          <a:p>
            <a:pPr>
              <a:buNone/>
            </a:pPr>
            <a:r>
              <a:rPr lang="en-US" sz="800">
                <a:effectLst/>
                <a:latin typeface="Cascadia Mono" panose="020B0609020000020004" pitchFamily="49" charset="0"/>
              </a:rPr>
              <a:t>5 Illegitimate</a:t>
            </a:r>
          </a:p>
          <a:p>
            <a:pPr>
              <a:buNone/>
            </a:pPr>
            <a:r>
              <a:rPr lang="en-US" sz="800">
                <a:effectLst/>
                <a:latin typeface="Cascadia Mono" panose="020B0609020000020004" pitchFamily="49" charset="0"/>
              </a:rPr>
              <a:t>6 Superfluous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1190103-A23F-51E2-392B-5CBC9F5D66D3}"/>
              </a:ext>
            </a:extLst>
          </p:cNvPr>
          <p:cNvSpPr txBox="1"/>
          <p:nvPr/>
        </p:nvSpPr>
        <p:spPr>
          <a:xfrm>
            <a:off x="9305469" y="5872797"/>
            <a:ext cx="921038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800">
                <a:latin typeface="Segoe UI" panose="020B0502040204020203" pitchFamily="34" charset="0"/>
                <a:cs typeface="Segoe UI" panose="020B0502040204020203" pitchFamily="34" charset="0"/>
              </a:rPr>
              <a:t>TaxStatus</a:t>
            </a:r>
            <a:endParaRPr lang="en-US" sz="800">
              <a:latin typeface="Cascadia Mono" panose="020B0609020000020004" pitchFamily="49" charset="0"/>
            </a:endParaRPr>
          </a:p>
          <a:p>
            <a:pPr>
              <a:buNone/>
            </a:pPr>
            <a:r>
              <a:rPr lang="en-US" sz="800">
                <a:latin typeface="Cascadia Mono" panose="020B0609020000020004" pitchFamily="49" charset="0"/>
              </a:rPr>
              <a:t>1 Accepted</a:t>
            </a:r>
          </a:p>
          <a:p>
            <a:pPr>
              <a:buNone/>
            </a:pPr>
            <a:r>
              <a:rPr lang="en-US" sz="800">
                <a:latin typeface="Cascadia Mono" panose="020B0609020000020004" pitchFamily="49" charset="0"/>
              </a:rPr>
              <a:t>2 Synonym</a:t>
            </a:r>
          </a:p>
          <a:p>
            <a:pPr>
              <a:buNone/>
            </a:pPr>
            <a:r>
              <a:rPr lang="en-US" sz="800">
                <a:latin typeface="Cascadia Mono" panose="020B0609020000020004" pitchFamily="49" charset="0"/>
              </a:rPr>
              <a:t>3 Unchecked</a:t>
            </a:r>
          </a:p>
        </p:txBody>
      </p:sp>
    </p:spTree>
    <p:extLst>
      <p:ext uri="{BB962C8B-B14F-4D97-AF65-F5344CB8AC3E}">
        <p14:creationId xmlns:p14="http://schemas.microsoft.com/office/powerpoint/2010/main" val="2303679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1930F4FE-ED81-10D7-02B4-BBE9005855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2250" y="643466"/>
            <a:ext cx="5487500" cy="5571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03710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3429</TotalTime>
  <Words>375</Words>
  <Application>Microsoft Office PowerPoint</Application>
  <PresentationFormat>Widescreen</PresentationFormat>
  <Paragraphs>197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9" baseType="lpstr">
      <vt:lpstr>Aptos</vt:lpstr>
      <vt:lpstr>Aptos Display</vt:lpstr>
      <vt:lpstr>Arial</vt:lpstr>
      <vt:lpstr>Cascadia Mono</vt:lpstr>
      <vt:lpstr>Rastanty Cortez</vt:lpstr>
      <vt:lpstr>Segoe UI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Majid SharifiTehrani</dc:creator>
  <cp:lastModifiedBy>Majid SharifiTehrani</cp:lastModifiedBy>
  <cp:revision>125</cp:revision>
  <cp:lastPrinted>2026-07-31T07:24:16Z</cp:lastPrinted>
  <dcterms:created xsi:type="dcterms:W3CDTF">2026-07-27T21:29:36Z</dcterms:created>
  <dcterms:modified xsi:type="dcterms:W3CDTF">2026-08-19T07:09:34Z</dcterms:modified>
</cp:coreProperties>
</file>