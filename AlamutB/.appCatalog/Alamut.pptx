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8CD309F-AF62-5F01-A3AB-FDBADD4645E6}" name="Majid SharifiTehrani" initials="MS" userId="f32ae554f42033b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FFA"/>
    <a:srgbClr val="F2FBEF"/>
    <a:srgbClr val="F0F0F0"/>
    <a:srgbClr val="F8E4F6"/>
    <a:srgbClr val="E4F6DE"/>
    <a:srgbClr val="F9FB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754" autoAdjust="0"/>
    <p:restoredTop sz="96645" autoAdjust="0"/>
  </p:normalViewPr>
  <p:slideViewPr>
    <p:cSldViewPr snapToGrid="0">
      <p:cViewPr varScale="1">
        <p:scale>
          <a:sx n="119" d="100"/>
          <a:sy n="119" d="100"/>
        </p:scale>
        <p:origin x="13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8/10/relationships/authors" Target="authors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AEB20D-1E0E-486A-823D-795E0F1B1A92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80C4F-AD5E-4D76-810B-8B9B616CB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8EFC-34D9-F85F-96F8-EB0B52E95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3AE04-B18E-E8B4-3237-A18EDE826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171F5-FDE6-1D69-4DF4-C74617E6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3040B-DE18-AB64-647F-713963E6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7E5E6-082C-A31A-D7FB-99CBB20B8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97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D14F8-23B1-1D1E-979F-BF5AA973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B988D-C4E6-D04D-93FA-11999E35D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89547-15F9-561D-3B32-0E11EE690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9FCA1-CDF6-1150-720C-C46202CB6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1AC22-3EA0-A198-E59C-B963DDBDA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978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682A-D722-6006-62A4-220A1F1C6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03D33-7548-49C4-80FB-A2A30D9D1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826E2-C23D-96D3-2BF9-FB7F1AA6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EBC3D-40CB-DDE0-8A9C-BFB8E7D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51396-2646-EF83-3C88-C0F851E7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80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7111F-89D2-C8B0-D184-E0A2B8655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4C99D-04C2-AF08-6EE2-29B102987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BB635E-AA3B-B5B7-58F7-7B4E8F54D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D6C5D-3C43-1D25-068E-3EBE28BAC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1869E1-D64D-1E1C-6EF5-459FB0D2D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4D235-4584-3788-56D5-C1A76FB66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7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EB2BF-DF3A-DB64-7337-974F1C865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A4AA3-1FF8-F8E1-00F7-EFFEAE754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2FD4B-2703-2D10-17C1-5B93BD757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BE126-9740-3A45-A458-1F7C2CC7C2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0A612-BAB8-21D5-3761-0526A0B59F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C09F81-E173-8CDF-8C91-3A70FAED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181798-696E-268F-8EB1-F0F3ED05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1A43AB-0C90-A67D-460E-E6A8429C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09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8B0C-9039-789B-FE35-F560DBD7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39FF48-205A-8215-E17D-61D99F5BD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B9883-F95F-EF7C-6D09-D19DD828C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39B73-A9E7-025F-04DD-930CDE65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D3AE44-FCC1-155D-64A0-1D57DD43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E5C657-2161-92D3-44A5-606F8811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84E69-8417-39A8-09F3-44C1F565E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66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6A7FA-59C7-6DFA-E7CF-D3BDCD2D3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E691F-5183-8E97-E84A-E08B5DFA3C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8E458-FA0D-8988-A59F-4CAD94A51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5423F-01E6-6AC8-4927-EE7A56482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35878-FF50-3112-176F-1138CD44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B43D-3369-E5AE-20DC-E698F1302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16D6-C907-858D-8362-4F50D7004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3D91B-0551-8EDC-D778-1369E6857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57154-EFE3-AA98-C0D3-75F20952D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36697-AF0E-C90A-5225-35A29E087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C87C9-EDAB-FC1B-C93F-211E346A0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686CD-BB1D-635A-7A2C-B934B977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42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2255-2065-BA86-4754-2E94A0C1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CF5C97-43C9-3CB7-247F-6CE8CCEAF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81E2-3DB6-6073-2FD3-5BC5CEC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7EEFA-FE54-1DAB-5A46-5731A050B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A21DA-F74D-29C8-91D7-53B54BBE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45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760E4D-C264-B6FF-F9A2-2AE9C3425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AF144A-BD46-F9E9-C606-1FBF505D5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E8922-76A9-92E9-5F61-0F741FF61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E1151-2E86-D3EB-EC5A-0A91515F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F369-BF5D-318A-8DDD-239E38DC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911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7E521-1AED-6818-C7C2-AAD6C61C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04C36-1A77-5D0A-30BC-FBEAA531B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93997-3668-BB86-5B8D-DBE04FC55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CD729-867D-477D-ADDA-CA15108676C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F33B7-489B-BC69-D960-AB1450D6A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6C3AD-F82F-4571-2FB5-D384EA809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6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8166-C075-E627-313B-E22B08E6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60E99BB7-6ADD-2CA6-D412-260DD9E0B6F7}"/>
              </a:ext>
            </a:extLst>
          </p:cNvPr>
          <p:cNvSpPr/>
          <p:nvPr/>
        </p:nvSpPr>
        <p:spPr>
          <a:xfrm rot="20926109">
            <a:off x="287467" y="962513"/>
            <a:ext cx="7326724" cy="5883392"/>
          </a:xfrm>
          <a:prstGeom prst="ellipse">
            <a:avLst/>
          </a:prstGeom>
          <a:solidFill>
            <a:srgbClr val="FBEFFA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A6DBB74-DE79-BF08-F03B-1001FB83B862}"/>
              </a:ext>
            </a:extLst>
          </p:cNvPr>
          <p:cNvSpPr/>
          <p:nvPr/>
        </p:nvSpPr>
        <p:spPr>
          <a:xfrm rot="20705849">
            <a:off x="1575059" y="63945"/>
            <a:ext cx="3972129" cy="3030464"/>
          </a:xfrm>
          <a:prstGeom prst="ellipse">
            <a:avLst/>
          </a:prstGeom>
          <a:solidFill>
            <a:srgbClr val="F0F0F0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5">
            <a:extLst>
              <a:ext uri="{FF2B5EF4-FFF2-40B4-BE49-F238E27FC236}">
                <a16:creationId xmlns:a16="http://schemas.microsoft.com/office/drawing/2014/main" id="{2A55614E-EDBF-474D-376C-90AF0B72A1C0}"/>
              </a:ext>
            </a:extLst>
          </p:cNvPr>
          <p:cNvSpPr/>
          <p:nvPr/>
        </p:nvSpPr>
        <p:spPr bwMode="auto">
          <a:xfrm>
            <a:off x="82867" y="4011787"/>
            <a:ext cx="1554803" cy="171047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Notebooks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NotebookId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NotebookName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NotebookTags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IsActive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*List&lt;Section&gt; Sections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*List&lt;Note&gt; Notes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93362CC-2ACB-B0F9-54CE-223C0497C830}"/>
              </a:ext>
            </a:extLst>
          </p:cNvPr>
          <p:cNvSpPr/>
          <p:nvPr/>
        </p:nvSpPr>
        <p:spPr>
          <a:xfrm>
            <a:off x="6649127" y="846825"/>
            <a:ext cx="5444264" cy="5629533"/>
          </a:xfrm>
          <a:prstGeom prst="ellipse">
            <a:avLst/>
          </a:prstGeom>
          <a:solidFill>
            <a:srgbClr val="F2FBEF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5">
            <a:extLst>
              <a:ext uri="{FF2B5EF4-FFF2-40B4-BE49-F238E27FC236}">
                <a16:creationId xmlns:a16="http://schemas.microsoft.com/office/drawing/2014/main" id="{9888D174-36D6-EC06-E450-F8338F50B025}"/>
              </a:ext>
            </a:extLst>
          </p:cNvPr>
          <p:cNvSpPr/>
          <p:nvPr/>
        </p:nvSpPr>
        <p:spPr bwMode="auto">
          <a:xfrm>
            <a:off x="2180577" y="465163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settingKey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settingValue</a:t>
            </a:r>
          </a:p>
        </p:txBody>
      </p:sp>
      <p:sp>
        <p:nvSpPr>
          <p:cNvPr id="53" name="Rectangle: Rounded Corners 45">
            <a:extLst>
              <a:ext uri="{FF2B5EF4-FFF2-40B4-BE49-F238E27FC236}">
                <a16:creationId xmlns:a16="http://schemas.microsoft.com/office/drawing/2014/main" id="{0C41F9AD-22B8-113C-F5A3-DEB3CB2E1C5E}"/>
              </a:ext>
            </a:extLst>
          </p:cNvPr>
          <p:cNvSpPr/>
          <p:nvPr/>
        </p:nvSpPr>
        <p:spPr bwMode="auto">
          <a:xfrm>
            <a:off x="1487078" y="1805988"/>
            <a:ext cx="1674652" cy="426311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NoteDateTimeDue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NoteText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IsRtl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IsShared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IsBookmarked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IsTodo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IsRead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IsDone</a:t>
            </a:r>
          </a:p>
          <a:p>
            <a:pPr>
              <a:defRPr/>
            </a:pPr>
            <a:endParaRPr lang="en-US" sz="800" b="1" i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RefTypes: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ApgGroups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Orders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3: Families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Genera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5: Species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6: Datasets(FL)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7: Datasets(CN)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Datasets(LM)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9: Stations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 Sets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 SetData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12: Section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13: Users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9" name="Rectangle: Rounded Corners 45">
            <a:extLst>
              <a:ext uri="{FF2B5EF4-FFF2-40B4-BE49-F238E27FC236}">
                <a16:creationId xmlns:a16="http://schemas.microsoft.com/office/drawing/2014/main" id="{09CBDE12-CF30-3505-01AB-AC3786D0F1E5}"/>
              </a:ext>
            </a:extLst>
          </p:cNvPr>
          <p:cNvSpPr/>
          <p:nvPr/>
        </p:nvSpPr>
        <p:spPr bwMode="auto">
          <a:xfrm>
            <a:off x="2381341" y="5481366"/>
            <a:ext cx="1533975" cy="124316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Subsets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*DatasetName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*Subset1-5</a:t>
            </a:r>
          </a:p>
        </p:txBody>
      </p:sp>
      <p:sp>
        <p:nvSpPr>
          <p:cNvPr id="25" name="Rectangle: Rounded Corners 45">
            <a:extLst>
              <a:ext uri="{FF2B5EF4-FFF2-40B4-BE49-F238E27FC236}">
                <a16:creationId xmlns:a16="http://schemas.microsoft.com/office/drawing/2014/main" id="{0D261438-7F45-F00D-00E9-60CC97907271}"/>
              </a:ext>
            </a:extLst>
          </p:cNvPr>
          <p:cNvSpPr/>
          <p:nvPr/>
        </p:nvSpPr>
        <p:spPr bwMode="auto">
          <a:xfrm>
            <a:off x="4374705" y="193485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Countries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CountryName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1134B791-8AD1-7CE9-9BB3-B55BDAC84229}"/>
              </a:ext>
            </a:extLst>
          </p:cNvPr>
          <p:cNvSpPr/>
          <p:nvPr/>
        </p:nvSpPr>
        <p:spPr bwMode="auto">
          <a:xfrm>
            <a:off x="4588103" y="831662"/>
            <a:ext cx="1474660" cy="116345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Provinces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*List&lt;Dataset&gt; Datasets</a:t>
            </a:r>
          </a:p>
        </p:txBody>
      </p:sp>
      <p:sp>
        <p:nvSpPr>
          <p:cNvPr id="33" name="Rectangle: Rounded Corners 45">
            <a:extLst>
              <a:ext uri="{FF2B5EF4-FFF2-40B4-BE49-F238E27FC236}">
                <a16:creationId xmlns:a16="http://schemas.microsoft.com/office/drawing/2014/main" id="{7FCA4B3C-73B1-8254-44CF-D8B7A729F2F8}"/>
              </a:ext>
            </a:extLst>
          </p:cNvPr>
          <p:cNvSpPr/>
          <p:nvPr/>
        </p:nvSpPr>
        <p:spPr bwMode="auto">
          <a:xfrm>
            <a:off x="2644423" y="1161160"/>
            <a:ext cx="1769091" cy="274539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UserNickname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Password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UserEmail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1: 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2: AdminAccount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4: GoldAccount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8: SilverAccount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16: RemindDueNotes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32: DueNotesDays=14 (def:7)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64: CanChangeNickname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OnExpire: Inactive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UseFaCalendar</a:t>
            </a:r>
          </a:p>
          <a:p>
            <a:pPr marL="84138"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*List&lt;Note&gt; UserNotes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: Rounded Corners 45">
            <a:extLst>
              <a:ext uri="{FF2B5EF4-FFF2-40B4-BE49-F238E27FC236}">
                <a16:creationId xmlns:a16="http://schemas.microsoft.com/office/drawing/2014/main" id="{02F5A99D-C168-01C9-A03B-3AC6516F6405}"/>
              </a:ext>
            </a:extLst>
          </p:cNvPr>
          <p:cNvSpPr/>
          <p:nvPr/>
        </p:nvSpPr>
        <p:spPr bwMode="auto">
          <a:xfrm>
            <a:off x="3338158" y="3755000"/>
            <a:ext cx="1625139" cy="202408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 marL="85725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SetName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5725"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**IsSelected</a:t>
            </a:r>
          </a:p>
          <a:p>
            <a:pPr marL="85725"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**SelectedSubset</a:t>
            </a:r>
          </a:p>
          <a:p>
            <a:pPr marL="93663"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SetTypes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Floristic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Climatic</a:t>
            </a:r>
          </a:p>
        </p:txBody>
      </p:sp>
      <p:sp>
        <p:nvSpPr>
          <p:cNvPr id="37" name="Rectangle: Rounded Corners 45">
            <a:extLst>
              <a:ext uri="{FF2B5EF4-FFF2-40B4-BE49-F238E27FC236}">
                <a16:creationId xmlns:a16="http://schemas.microsoft.com/office/drawing/2014/main" id="{68195498-A901-98D6-75B6-2510DBA5F6CE}"/>
              </a:ext>
            </a:extLst>
          </p:cNvPr>
          <p:cNvSpPr/>
          <p:nvPr/>
        </p:nvSpPr>
        <p:spPr bwMode="auto">
          <a:xfrm>
            <a:off x="4238483" y="1795357"/>
            <a:ext cx="2172080" cy="297521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fa-IR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DatasetType 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 2:CN 3:LM 4:ST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DatasetAbbr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DatasetRef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RefYear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RefLang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DatasetManager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AreaHa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*ProvinceName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Coords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AltMax, AltMin, AltAver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TempMax, TempMin, TempAver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Precipitation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 </a:t>
            </a: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2:  4: 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**IsSelected</a:t>
            </a:r>
          </a:p>
        </p:txBody>
      </p:sp>
      <p:sp>
        <p:nvSpPr>
          <p:cNvPr id="41" name="Rectangle: Rounded Corners 45">
            <a:extLst>
              <a:ext uri="{FF2B5EF4-FFF2-40B4-BE49-F238E27FC236}">
                <a16:creationId xmlns:a16="http://schemas.microsoft.com/office/drawing/2014/main" id="{687F343A-3CD3-36B1-888F-56FE7FDD9024}"/>
              </a:ext>
            </a:extLst>
          </p:cNvPr>
          <p:cNvSpPr/>
          <p:nvPr/>
        </p:nvSpPr>
        <p:spPr bwMode="auto">
          <a:xfrm>
            <a:off x="6016804" y="2037328"/>
            <a:ext cx="1484046" cy="190913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LineString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ParsedGenus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ParsedEpithet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*SciName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**IsSelected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23ABC3-6FC7-124F-F128-FEB668F37843}"/>
              </a:ext>
            </a:extLst>
          </p:cNvPr>
          <p:cNvSpPr txBox="1"/>
          <p:nvPr/>
        </p:nvSpPr>
        <p:spPr>
          <a:xfrm>
            <a:off x="8355561" y="-239623"/>
            <a:ext cx="2843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96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96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96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96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  <p:sp>
        <p:nvSpPr>
          <p:cNvPr id="29" name="Rectangle: Rounded Corners 45">
            <a:extLst>
              <a:ext uri="{FF2B5EF4-FFF2-40B4-BE49-F238E27FC236}">
                <a16:creationId xmlns:a16="http://schemas.microsoft.com/office/drawing/2014/main" id="{2158A57C-3426-C5D1-76A6-02CD12283F4D}"/>
              </a:ext>
            </a:extLst>
          </p:cNvPr>
          <p:cNvSpPr/>
          <p:nvPr/>
        </p:nvSpPr>
        <p:spPr bwMode="auto">
          <a:xfrm>
            <a:off x="4186981" y="5144135"/>
            <a:ext cx="1679348" cy="121370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StationCode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StationAlt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StationCoords</a:t>
            </a:r>
          </a:p>
        </p:txBody>
      </p:sp>
      <p:sp>
        <p:nvSpPr>
          <p:cNvPr id="31" name="Rectangle: Rounded Corners 45">
            <a:extLst>
              <a:ext uri="{FF2B5EF4-FFF2-40B4-BE49-F238E27FC236}">
                <a16:creationId xmlns:a16="http://schemas.microsoft.com/office/drawing/2014/main" id="{E8A7ADAB-0D1B-3F13-129C-226434C04753}"/>
              </a:ext>
            </a:extLst>
          </p:cNvPr>
          <p:cNvSpPr/>
          <p:nvPr/>
        </p:nvSpPr>
        <p:spPr bwMode="auto">
          <a:xfrm>
            <a:off x="5241659" y="5402571"/>
            <a:ext cx="1679348" cy="111123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DataType {</a:t>
            </a:r>
            <a:r>
              <a:rPr lang="en-US" sz="90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T/P</a:t>
            </a: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M01-M12</a:t>
            </a:r>
          </a:p>
        </p:txBody>
      </p:sp>
      <p:sp>
        <p:nvSpPr>
          <p:cNvPr id="4" name="Rectangle: Rounded Corners 45">
            <a:extLst>
              <a:ext uri="{FF2B5EF4-FFF2-40B4-BE49-F238E27FC236}">
                <a16:creationId xmlns:a16="http://schemas.microsoft.com/office/drawing/2014/main" id="{A93682B5-1009-361C-E90C-78D91401F575}"/>
              </a:ext>
            </a:extLst>
          </p:cNvPr>
          <p:cNvSpPr/>
          <p:nvPr/>
        </p:nvSpPr>
        <p:spPr bwMode="auto">
          <a:xfrm>
            <a:off x="6968614" y="2611936"/>
            <a:ext cx="1416106" cy="358203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Species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 (wfo)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 (wfo)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*ApgGroupId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*ApgGroupName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*OrderId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*OrderName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*FamilyId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Author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Chorotype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Lifeform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IsHybid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*SciName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**IsSelected</a:t>
            </a:r>
          </a:p>
        </p:txBody>
      </p:sp>
      <p:sp>
        <p:nvSpPr>
          <p:cNvPr id="5" name="Rectangle: Rounded Corners 45">
            <a:extLst>
              <a:ext uri="{FF2B5EF4-FFF2-40B4-BE49-F238E27FC236}">
                <a16:creationId xmlns:a16="http://schemas.microsoft.com/office/drawing/2014/main" id="{91E26DB2-8D6E-DCA4-FD7D-BB7F23ED10E8}"/>
              </a:ext>
            </a:extLst>
          </p:cNvPr>
          <p:cNvSpPr/>
          <p:nvPr/>
        </p:nvSpPr>
        <p:spPr bwMode="auto">
          <a:xfrm>
            <a:off x="7984922" y="2279859"/>
            <a:ext cx="1278585" cy="100979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Genera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GenusAut</a:t>
            </a:r>
          </a:p>
        </p:txBody>
      </p:sp>
      <p:sp>
        <p:nvSpPr>
          <p:cNvPr id="7" name="Rectangle: Rounded Corners 45">
            <a:extLst>
              <a:ext uri="{FF2B5EF4-FFF2-40B4-BE49-F238E27FC236}">
                <a16:creationId xmlns:a16="http://schemas.microsoft.com/office/drawing/2014/main" id="{227E0001-BF0D-E485-AFA8-279C3F4D2373}"/>
              </a:ext>
            </a:extLst>
          </p:cNvPr>
          <p:cNvSpPr/>
          <p:nvPr/>
        </p:nvSpPr>
        <p:spPr bwMode="auto">
          <a:xfrm>
            <a:off x="8845704" y="1897387"/>
            <a:ext cx="1416106" cy="159632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Families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FamilyAut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Protolog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DeltaNote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FlowerFormula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*List&lt;Genus&gt; Genera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5">
            <a:extLst>
              <a:ext uri="{FF2B5EF4-FFF2-40B4-BE49-F238E27FC236}">
                <a16:creationId xmlns:a16="http://schemas.microsoft.com/office/drawing/2014/main" id="{C0682B43-DC8B-E983-4AEF-F3F39A6085EF}"/>
              </a:ext>
            </a:extLst>
          </p:cNvPr>
          <p:cNvSpPr/>
          <p:nvPr/>
        </p:nvSpPr>
        <p:spPr bwMode="auto">
          <a:xfrm>
            <a:off x="9793785" y="1608526"/>
            <a:ext cx="1377673" cy="136470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Orders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OrderSeq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OrderNote</a:t>
            </a:r>
          </a:p>
        </p:txBody>
      </p:sp>
      <p:sp>
        <p:nvSpPr>
          <p:cNvPr id="15" name="Rectangle: Rounded Corners 45">
            <a:extLst>
              <a:ext uri="{FF2B5EF4-FFF2-40B4-BE49-F238E27FC236}">
                <a16:creationId xmlns:a16="http://schemas.microsoft.com/office/drawing/2014/main" id="{A12F9A92-71A9-063A-6E59-D8E52EAFA3A2}"/>
              </a:ext>
            </a:extLst>
          </p:cNvPr>
          <p:cNvSpPr/>
          <p:nvPr/>
        </p:nvSpPr>
        <p:spPr bwMode="auto">
          <a:xfrm>
            <a:off x="10631630" y="1262213"/>
            <a:ext cx="1377673" cy="310365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ApgGroups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ApgGroupName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1'000      Algae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2'000      Bryophytes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3'000      Lycophytes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4'000      Monilophytes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5'000      Coniferophyt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6'000      Angiosperms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6'001      Unclass.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6'100      Basal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6'200      Magnoliids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6'300      Monocots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6'399      Sist of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6'400      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6'500      Basal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6'600      Core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6'610      Super 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6'620      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6'650      Super 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6'660      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10'000    RESERVED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*List&lt;Order&gt; Orders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F83673-90A5-210B-CD9F-7A85C0163F6D}"/>
              </a:ext>
            </a:extLst>
          </p:cNvPr>
          <p:cNvSpPr txBox="1"/>
          <p:nvPr/>
        </p:nvSpPr>
        <p:spPr>
          <a:xfrm>
            <a:off x="8425477" y="3568702"/>
            <a:ext cx="1026285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Ranks</a:t>
            </a:r>
            <a:endParaRPr lang="en-US" sz="800" b="1">
              <a:solidFill>
                <a:srgbClr val="C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subspecies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subvariety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subform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7 lusus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8 prole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9 unranked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6030A3-1B99-F3B9-46F3-00A660303558}"/>
              </a:ext>
            </a:extLst>
          </p:cNvPr>
          <p:cNvSpPr txBox="1"/>
          <p:nvPr/>
        </p:nvSpPr>
        <p:spPr>
          <a:xfrm>
            <a:off x="8425476" y="4865978"/>
            <a:ext cx="102628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  <a:endParaRPr lang="en-US" sz="800" b="1">
              <a:solidFill>
                <a:srgbClr val="C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Conserved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Invalid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Rejected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Illegitimate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Superfluous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90103-A23F-51E2-392B-5CBC9F5D66D3}"/>
              </a:ext>
            </a:extLst>
          </p:cNvPr>
          <p:cNvSpPr txBox="1"/>
          <p:nvPr/>
        </p:nvSpPr>
        <p:spPr>
          <a:xfrm>
            <a:off x="9542614" y="4379367"/>
            <a:ext cx="104832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  <a:endParaRPr lang="en-US" sz="800" b="1">
              <a:solidFill>
                <a:srgbClr val="C00000"/>
              </a:solidFill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00 Endemic 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01 Rare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02 Med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03 Range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04 Weed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05 Aquatic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06 Submerged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07 Parasite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08 Herb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09 Annual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10 Biennial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11 Perennial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12 Monocarpic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1294D3-151C-1A5C-245A-703F659D8854}"/>
              </a:ext>
            </a:extLst>
          </p:cNvPr>
          <p:cNvSpPr txBox="1"/>
          <p:nvPr/>
        </p:nvSpPr>
        <p:spPr>
          <a:xfrm>
            <a:off x="9580652" y="6443753"/>
            <a:ext cx="25864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2000" i="1">
                <a:solidFill>
                  <a:schemeClr val="tx1"/>
                </a:solidFill>
                <a:latin typeface="Raleway Medium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Majid SharifiTehrani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A5097D-AD9F-6717-EDB8-93BA3DB88D16}"/>
              </a:ext>
            </a:extLst>
          </p:cNvPr>
          <p:cNvSpPr txBox="1"/>
          <p:nvPr/>
        </p:nvSpPr>
        <p:spPr>
          <a:xfrm>
            <a:off x="8411615" y="5830447"/>
            <a:ext cx="104014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  <a:endParaRPr lang="en-US" sz="800" b="1">
              <a:solidFill>
                <a:srgbClr val="C00000"/>
              </a:solidFill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 Accepted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 Synonym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3 Unchecked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81ED56-9D27-1172-F6F6-74D6A58DD9C4}"/>
              </a:ext>
            </a:extLst>
          </p:cNvPr>
          <p:cNvSpPr txBox="1"/>
          <p:nvPr/>
        </p:nvSpPr>
        <p:spPr>
          <a:xfrm>
            <a:off x="10458414" y="4501412"/>
            <a:ext cx="1114701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13 Rhizomatous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14 Tuberous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15 Bulbous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16 Corm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17 Caespitose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18 Woody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19 Prosterate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20 Bush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21 Pulvinate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22 Shrub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23 Subshrub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24 Tree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25 Evergreen</a:t>
            </a:r>
          </a:p>
        </p:txBody>
      </p:sp>
      <p:sp>
        <p:nvSpPr>
          <p:cNvPr id="19" name="Rectangle: Rounded Corners 45">
            <a:extLst>
              <a:ext uri="{FF2B5EF4-FFF2-40B4-BE49-F238E27FC236}">
                <a16:creationId xmlns:a16="http://schemas.microsoft.com/office/drawing/2014/main" id="{3EA3B7CC-3410-6EE1-54B4-430E69FA88DC}"/>
              </a:ext>
            </a:extLst>
          </p:cNvPr>
          <p:cNvSpPr/>
          <p:nvPr/>
        </p:nvSpPr>
        <p:spPr bwMode="auto">
          <a:xfrm>
            <a:off x="199289" y="5569653"/>
            <a:ext cx="1180048" cy="115488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Sections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SectionId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NotebookId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SectionName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SectionTags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*List&lt;Note&gt; Notes</a:t>
            </a:r>
          </a:p>
        </p:txBody>
      </p:sp>
      <p:sp>
        <p:nvSpPr>
          <p:cNvPr id="23" name="Rectangle: Rounded Corners 45">
            <a:extLst>
              <a:ext uri="{FF2B5EF4-FFF2-40B4-BE49-F238E27FC236}">
                <a16:creationId xmlns:a16="http://schemas.microsoft.com/office/drawing/2014/main" id="{2E2C498D-848C-2858-FB8D-F40785A38242}"/>
              </a:ext>
            </a:extLst>
          </p:cNvPr>
          <p:cNvSpPr/>
          <p:nvPr/>
        </p:nvSpPr>
        <p:spPr bwMode="auto">
          <a:xfrm>
            <a:off x="6372666" y="541874"/>
            <a:ext cx="1405790" cy="1050856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*Occurrence</a:t>
            </a:r>
            <a:endParaRPr lang="en-US" sz="900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SciName</a:t>
            </a:r>
          </a:p>
        </p:txBody>
      </p:sp>
    </p:spTree>
    <p:extLst>
      <p:ext uri="{BB962C8B-B14F-4D97-AF65-F5344CB8AC3E}">
        <p14:creationId xmlns:p14="http://schemas.microsoft.com/office/powerpoint/2010/main" val="230367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4744</TotalTime>
  <Words>542</Words>
  <Application>Microsoft Office PowerPoint</Application>
  <PresentationFormat>Widescreen</PresentationFormat>
  <Paragraphs>258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Cascadia Mono</vt:lpstr>
      <vt:lpstr>Raleway Medium</vt:lpstr>
      <vt:lpstr>Rastanty Cortez</vt:lpstr>
      <vt:lpstr>Segoe UI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173</cp:revision>
  <cp:lastPrinted>2026-09-24T08:02:12Z</cp:lastPrinted>
  <dcterms:created xsi:type="dcterms:W3CDTF">2026-07-27T21:29:36Z</dcterms:created>
  <dcterms:modified xsi:type="dcterms:W3CDTF">2026-10-02T07:07:58Z</dcterms:modified>
</cp:coreProperties>
</file>