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120" d="100"/>
          <a:sy n="120" d="100"/>
        </p:scale>
        <p:origin x="256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941089" y="645113"/>
            <a:ext cx="5339144" cy="7304071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  <a:gd name="csX0" fmla="*/ 369988 w 5251586"/>
              <a:gd name="csY0" fmla="*/ 227477 h 7179173"/>
              <a:gd name="csX1" fmla="*/ 4363942 w 5251586"/>
              <a:gd name="csY1" fmla="*/ 371209 h 7179173"/>
              <a:gd name="csX2" fmla="*/ 5250036 w 5251586"/>
              <a:gd name="csY2" fmla="*/ 941811 h 7179173"/>
              <a:gd name="csX3" fmla="*/ 4302766 w 5251586"/>
              <a:gd name="csY3" fmla="*/ 6774460 h 7179173"/>
              <a:gd name="csX4" fmla="*/ 2448160 w 5251586"/>
              <a:gd name="csY4" fmla="*/ 6822296 h 7179173"/>
              <a:gd name="csX5" fmla="*/ 153940 w 5251586"/>
              <a:gd name="csY5" fmla="*/ 6863513 h 7179173"/>
              <a:gd name="csX6" fmla="*/ 397928 w 5251586"/>
              <a:gd name="csY6" fmla="*/ 5524331 h 7179173"/>
              <a:gd name="csX7" fmla="*/ 578489 w 5251586"/>
              <a:gd name="csY7" fmla="*/ 3578052 h 7179173"/>
              <a:gd name="csX8" fmla="*/ 369988 w 5251586"/>
              <a:gd name="csY8" fmla="*/ 227477 h 7179173"/>
              <a:gd name="csX0" fmla="*/ 369988 w 5251355"/>
              <a:gd name="csY0" fmla="*/ 227477 h 7277153"/>
              <a:gd name="csX1" fmla="*/ 4363942 w 5251355"/>
              <a:gd name="csY1" fmla="*/ 371209 h 7277153"/>
              <a:gd name="csX2" fmla="*/ 5250036 w 5251355"/>
              <a:gd name="csY2" fmla="*/ 941811 h 7277153"/>
              <a:gd name="csX3" fmla="*/ 4142603 w 5251355"/>
              <a:gd name="csY3" fmla="*/ 6899646 h 7277153"/>
              <a:gd name="csX4" fmla="*/ 2448160 w 5251355"/>
              <a:gd name="csY4" fmla="*/ 6822296 h 7277153"/>
              <a:gd name="csX5" fmla="*/ 153940 w 5251355"/>
              <a:gd name="csY5" fmla="*/ 6863513 h 7277153"/>
              <a:gd name="csX6" fmla="*/ 397928 w 5251355"/>
              <a:gd name="csY6" fmla="*/ 5524331 h 7277153"/>
              <a:gd name="csX7" fmla="*/ 578489 w 5251355"/>
              <a:gd name="csY7" fmla="*/ 3578052 h 7277153"/>
              <a:gd name="csX8" fmla="*/ 369988 w 5251355"/>
              <a:gd name="csY8" fmla="*/ 227477 h 7277153"/>
              <a:gd name="csX0" fmla="*/ 367016 w 5248383"/>
              <a:gd name="csY0" fmla="*/ 227477 h 7304567"/>
              <a:gd name="csX1" fmla="*/ 4360970 w 5248383"/>
              <a:gd name="csY1" fmla="*/ 371209 h 7304567"/>
              <a:gd name="csX2" fmla="*/ 5247064 w 5248383"/>
              <a:gd name="csY2" fmla="*/ 941811 h 7304567"/>
              <a:gd name="csX3" fmla="*/ 4139631 w 5248383"/>
              <a:gd name="csY3" fmla="*/ 6899646 h 7304567"/>
              <a:gd name="csX4" fmla="*/ 2405023 w 5248383"/>
              <a:gd name="csY4" fmla="*/ 6930473 h 7304567"/>
              <a:gd name="csX5" fmla="*/ 150968 w 5248383"/>
              <a:gd name="csY5" fmla="*/ 6863513 h 7304567"/>
              <a:gd name="csX6" fmla="*/ 394956 w 5248383"/>
              <a:gd name="csY6" fmla="*/ 5524331 h 7304567"/>
              <a:gd name="csX7" fmla="*/ 575517 w 5248383"/>
              <a:gd name="csY7" fmla="*/ 3578052 h 7304567"/>
              <a:gd name="csX8" fmla="*/ 367016 w 5248383"/>
              <a:gd name="csY8" fmla="*/ 227477 h 7304567"/>
              <a:gd name="csX0" fmla="*/ 377903 w 5259270"/>
              <a:gd name="csY0" fmla="*/ 227477 h 7300614"/>
              <a:gd name="csX1" fmla="*/ 4371857 w 5259270"/>
              <a:gd name="csY1" fmla="*/ 371209 h 7300614"/>
              <a:gd name="csX2" fmla="*/ 5257951 w 5259270"/>
              <a:gd name="csY2" fmla="*/ 941811 h 7300614"/>
              <a:gd name="csX3" fmla="*/ 4150518 w 5259270"/>
              <a:gd name="csY3" fmla="*/ 6899646 h 7300614"/>
              <a:gd name="csX4" fmla="*/ 2415910 w 5259270"/>
              <a:gd name="csY4" fmla="*/ 6930473 h 7300614"/>
              <a:gd name="csX5" fmla="*/ 147573 w 5259270"/>
              <a:gd name="csY5" fmla="*/ 6966817 h 7300614"/>
              <a:gd name="csX6" fmla="*/ 405843 w 5259270"/>
              <a:gd name="csY6" fmla="*/ 5524331 h 7300614"/>
              <a:gd name="csX7" fmla="*/ 586404 w 5259270"/>
              <a:gd name="csY7" fmla="*/ 3578052 h 7300614"/>
              <a:gd name="csX8" fmla="*/ 377903 w 5259270"/>
              <a:gd name="csY8" fmla="*/ 227477 h 7300614"/>
              <a:gd name="csX0" fmla="*/ 377903 w 5259389"/>
              <a:gd name="csY0" fmla="*/ 227477 h 7465170"/>
              <a:gd name="csX1" fmla="*/ 4371857 w 5259389"/>
              <a:gd name="csY1" fmla="*/ 371209 h 7465170"/>
              <a:gd name="csX2" fmla="*/ 5257951 w 5259389"/>
              <a:gd name="csY2" fmla="*/ 941811 h 7465170"/>
              <a:gd name="csX3" fmla="*/ 4239573 w 5259389"/>
              <a:gd name="csY3" fmla="*/ 7106459 h 7465170"/>
              <a:gd name="csX4" fmla="*/ 2415910 w 5259389"/>
              <a:gd name="csY4" fmla="*/ 6930473 h 7465170"/>
              <a:gd name="csX5" fmla="*/ 147573 w 5259389"/>
              <a:gd name="csY5" fmla="*/ 6966817 h 7465170"/>
              <a:gd name="csX6" fmla="*/ 405843 w 5259389"/>
              <a:gd name="csY6" fmla="*/ 5524331 h 7465170"/>
              <a:gd name="csX7" fmla="*/ 586404 w 5259389"/>
              <a:gd name="csY7" fmla="*/ 3578052 h 7465170"/>
              <a:gd name="csX8" fmla="*/ 377903 w 5259389"/>
              <a:gd name="csY8" fmla="*/ 227477 h 7465170"/>
              <a:gd name="csX0" fmla="*/ 363205 w 5244691"/>
              <a:gd name="csY0" fmla="*/ 227477 h 7503711"/>
              <a:gd name="csX1" fmla="*/ 4357159 w 5244691"/>
              <a:gd name="csY1" fmla="*/ 371209 h 7503711"/>
              <a:gd name="csX2" fmla="*/ 5243253 w 5244691"/>
              <a:gd name="csY2" fmla="*/ 941811 h 7503711"/>
              <a:gd name="csX3" fmla="*/ 4224875 w 5244691"/>
              <a:gd name="csY3" fmla="*/ 7106459 h 7503711"/>
              <a:gd name="csX4" fmla="*/ 2202171 w 5244691"/>
              <a:gd name="csY4" fmla="*/ 7093723 h 7503711"/>
              <a:gd name="csX5" fmla="*/ 132875 w 5244691"/>
              <a:gd name="csY5" fmla="*/ 6966817 h 7503711"/>
              <a:gd name="csX6" fmla="*/ 391145 w 5244691"/>
              <a:gd name="csY6" fmla="*/ 5524331 h 7503711"/>
              <a:gd name="csX7" fmla="*/ 571706 w 5244691"/>
              <a:gd name="csY7" fmla="*/ 3578052 h 7503711"/>
              <a:gd name="csX8" fmla="*/ 363205 w 5244691"/>
              <a:gd name="csY8" fmla="*/ 227477 h 7503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44691" h="7503711">
                <a:moveTo>
                  <a:pt x="363205" y="227477"/>
                </a:moveTo>
                <a:cubicBezTo>
                  <a:pt x="994114" y="-306997"/>
                  <a:pt x="3543818" y="252153"/>
                  <a:pt x="4357159" y="371209"/>
                </a:cubicBezTo>
                <a:cubicBezTo>
                  <a:pt x="5170500" y="490265"/>
                  <a:pt x="5157221" y="622415"/>
                  <a:pt x="5243253" y="941811"/>
                </a:cubicBezTo>
                <a:cubicBezTo>
                  <a:pt x="5286803" y="1205617"/>
                  <a:pt x="4327945" y="6733492"/>
                  <a:pt x="4224875" y="7106459"/>
                </a:cubicBezTo>
                <a:cubicBezTo>
                  <a:pt x="3782941" y="7996062"/>
                  <a:pt x="2884171" y="7116997"/>
                  <a:pt x="2202171" y="7093723"/>
                </a:cubicBezTo>
                <a:cubicBezTo>
                  <a:pt x="1520171" y="7070449"/>
                  <a:pt x="434713" y="7228382"/>
                  <a:pt x="132875" y="6966817"/>
                </a:cubicBezTo>
                <a:cubicBezTo>
                  <a:pt x="-168963" y="6705252"/>
                  <a:pt x="98091" y="5818557"/>
                  <a:pt x="391145" y="5524331"/>
                </a:cubicBezTo>
                <a:cubicBezTo>
                  <a:pt x="596098" y="5034644"/>
                  <a:pt x="616422" y="4460717"/>
                  <a:pt x="571706" y="3578052"/>
                </a:cubicBezTo>
                <a:cubicBezTo>
                  <a:pt x="415494" y="2585958"/>
                  <a:pt x="-267704" y="761951"/>
                  <a:pt x="363205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5834999">
            <a:off x="6605165" y="850255"/>
            <a:ext cx="5342483" cy="5460779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  <a:gd name="csX0" fmla="*/ 864022 w 5383462"/>
              <a:gd name="csY0" fmla="*/ 435073 h 7186175"/>
              <a:gd name="csX1" fmla="*/ 4921621 w 5383462"/>
              <a:gd name="csY1" fmla="*/ 1082118 h 7186175"/>
              <a:gd name="csX2" fmla="*/ 4265961 w 5383462"/>
              <a:gd name="csY2" fmla="*/ 5764027 h 7186175"/>
              <a:gd name="csX3" fmla="*/ 270387 w 5383462"/>
              <a:gd name="csY3" fmla="*/ 6555114 h 7186175"/>
              <a:gd name="csX4" fmla="*/ 864022 w 5383462"/>
              <a:gd name="csY4" fmla="*/ 435073 h 7186175"/>
              <a:gd name="csX0" fmla="*/ 928990 w 5995575"/>
              <a:gd name="csY0" fmla="*/ 470298 h 7737115"/>
              <a:gd name="csX1" fmla="*/ 4986589 w 5995575"/>
              <a:gd name="csY1" fmla="*/ 1117343 h 7737115"/>
              <a:gd name="csX2" fmla="*/ 5208084 w 5995575"/>
              <a:gd name="csY2" fmla="*/ 6690835 h 7737115"/>
              <a:gd name="csX3" fmla="*/ 335355 w 5995575"/>
              <a:gd name="csY3" fmla="*/ 6590339 h 7737115"/>
              <a:gd name="csX4" fmla="*/ 928990 w 5995575"/>
              <a:gd name="csY4" fmla="*/ 470298 h 7737115"/>
              <a:gd name="csX0" fmla="*/ 644829 w 6221087"/>
              <a:gd name="csY0" fmla="*/ 577088 h 7467168"/>
              <a:gd name="csX1" fmla="*/ 5190010 w 6221087"/>
              <a:gd name="csY1" fmla="*/ 865587 h 7467168"/>
              <a:gd name="csX2" fmla="*/ 5411505 w 6221087"/>
              <a:gd name="csY2" fmla="*/ 6439079 h 7467168"/>
              <a:gd name="csX3" fmla="*/ 538776 w 6221087"/>
              <a:gd name="csY3" fmla="*/ 6338583 h 7467168"/>
              <a:gd name="csX4" fmla="*/ 644829 w 6221087"/>
              <a:gd name="csY4" fmla="*/ 577088 h 7467168"/>
              <a:gd name="csX0" fmla="*/ 805838 w 6074152"/>
              <a:gd name="csY0" fmla="*/ 496933 h 7658024"/>
              <a:gd name="csX1" fmla="*/ 5056506 w 6074152"/>
              <a:gd name="csY1" fmla="*/ 1043387 h 7658024"/>
              <a:gd name="csX2" fmla="*/ 5278001 w 6074152"/>
              <a:gd name="csY2" fmla="*/ 6616879 h 7658024"/>
              <a:gd name="csX3" fmla="*/ 405272 w 6074152"/>
              <a:gd name="csY3" fmla="*/ 6516383 h 7658024"/>
              <a:gd name="csX4" fmla="*/ 805838 w 6074152"/>
              <a:gd name="csY4" fmla="*/ 496933 h 7658024"/>
              <a:gd name="csX0" fmla="*/ 787452 w 6055766"/>
              <a:gd name="csY0" fmla="*/ 496933 h 7743743"/>
              <a:gd name="csX1" fmla="*/ 5038120 w 6055766"/>
              <a:gd name="csY1" fmla="*/ 1043387 h 7743743"/>
              <a:gd name="csX2" fmla="*/ 5259615 w 6055766"/>
              <a:gd name="csY2" fmla="*/ 6616879 h 7743743"/>
              <a:gd name="csX3" fmla="*/ 386886 w 6055766"/>
              <a:gd name="csY3" fmla="*/ 6516383 h 7743743"/>
              <a:gd name="csX4" fmla="*/ 787452 w 6055766"/>
              <a:gd name="csY4" fmla="*/ 496933 h 7743743"/>
              <a:gd name="csX0" fmla="*/ 839520 w 6107834"/>
              <a:gd name="csY0" fmla="*/ 451596 h 7479185"/>
              <a:gd name="csX1" fmla="*/ 5090188 w 6107834"/>
              <a:gd name="csY1" fmla="*/ 998050 h 7479185"/>
              <a:gd name="csX2" fmla="*/ 5311683 w 6107834"/>
              <a:gd name="csY2" fmla="*/ 6571542 h 7479185"/>
              <a:gd name="csX3" fmla="*/ 367608 w 6107834"/>
              <a:gd name="csY3" fmla="*/ 5850055 h 7479185"/>
              <a:gd name="csX4" fmla="*/ 839520 w 6107834"/>
              <a:gd name="csY4" fmla="*/ 451596 h 7479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07834" h="7479185">
                <a:moveTo>
                  <a:pt x="839520" y="451596"/>
                </a:moveTo>
                <a:cubicBezTo>
                  <a:pt x="1626616" y="-357071"/>
                  <a:pt x="4344828" y="-21941"/>
                  <a:pt x="5090188" y="998050"/>
                </a:cubicBezTo>
                <a:cubicBezTo>
                  <a:pt x="5835548" y="2018041"/>
                  <a:pt x="6835085" y="3996524"/>
                  <a:pt x="5311683" y="6571542"/>
                </a:cubicBezTo>
                <a:cubicBezTo>
                  <a:pt x="4089886" y="8379564"/>
                  <a:pt x="1070986" y="7140168"/>
                  <a:pt x="367608" y="5850055"/>
                </a:cubicBezTo>
                <a:cubicBezTo>
                  <a:pt x="-335770" y="4559942"/>
                  <a:pt x="52424" y="1260263"/>
                  <a:pt x="839520" y="45159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76439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91850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72101" y="2204171"/>
            <a:ext cx="1438256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200524" y="5253353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90218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252069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85225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ShowDueNotes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(def=7)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-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96029" y="3714498"/>
            <a:ext cx="1625139" cy="22207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1:Flore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2:CheckName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3:ListMaker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10:Climatic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11:Climagraph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77900" y="1944363"/>
            <a:ext cx="2172080" cy="284303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4923256" y="2675240"/>
            <a:ext cx="1821350" cy="132015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DatasetDataCN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DatasetDataCNId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47" name="Rectangle: Rounded Corners 45">
            <a:extLst>
              <a:ext uri="{FF2B5EF4-FFF2-40B4-BE49-F238E27FC236}">
                <a16:creationId xmlns:a16="http://schemas.microsoft.com/office/drawing/2014/main" id="{7B375414-8750-DD39-909D-63A7A32B31A5}"/>
              </a:ext>
            </a:extLst>
          </p:cNvPr>
          <p:cNvSpPr/>
          <p:nvPr/>
        </p:nvSpPr>
        <p:spPr bwMode="auto">
          <a:xfrm>
            <a:off x="4928003" y="4097135"/>
            <a:ext cx="1821351" cy="95680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DatasetDataLM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DatasetDataLMId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</p:txBody>
      </p:sp>
      <p:sp>
        <p:nvSpPr>
          <p:cNvPr id="39" name="Rectangle: Rounded Corners 45">
            <a:extLst>
              <a:ext uri="{FF2B5EF4-FFF2-40B4-BE49-F238E27FC236}">
                <a16:creationId xmlns:a16="http://schemas.microsoft.com/office/drawing/2014/main" id="{49951EDA-2E8F-EE6B-9731-1CC1E82FEF61}"/>
              </a:ext>
            </a:extLst>
          </p:cNvPr>
          <p:cNvSpPr/>
          <p:nvPr/>
        </p:nvSpPr>
        <p:spPr bwMode="auto">
          <a:xfrm>
            <a:off x="4921427" y="1678316"/>
            <a:ext cx="1747105" cy="87171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DatasetDataFL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DatasetDataFLId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7392551" y="-624829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77900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921427" y="5310077"/>
            <a:ext cx="1821350" cy="114031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DatasetDataST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DatasetDataSTId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{T/P}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60374" y="2204171"/>
            <a:ext cx="1416106" cy="34194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07111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98263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518064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72454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5750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837531" y="488966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869594" y="5432924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930F4FE-ED81-10D7-02B4-BBE900585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250" y="643466"/>
            <a:ext cx="5487500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371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4131</TotalTime>
  <Words>403</Words>
  <Application>Microsoft Office PowerPoint</Application>
  <PresentationFormat>Widescreen</PresentationFormat>
  <Paragraphs>203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135</cp:revision>
  <cp:lastPrinted>2026-07-31T07:24:16Z</cp:lastPrinted>
  <dcterms:created xsi:type="dcterms:W3CDTF">2026-07-27T21:29:36Z</dcterms:created>
  <dcterms:modified xsi:type="dcterms:W3CDTF">2026-08-21T05:51:48Z</dcterms:modified>
</cp:coreProperties>
</file>