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F8E4F6"/>
    <a:srgbClr val="E4F6DE"/>
    <a:srgbClr val="F9FB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107" d="100"/>
          <a:sy n="107" d="100"/>
        </p:scale>
        <p:origin x="30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93362CC-2ACB-B0F9-54CE-223C0497C830}"/>
              </a:ext>
            </a:extLst>
          </p:cNvPr>
          <p:cNvSpPr/>
          <p:nvPr/>
        </p:nvSpPr>
        <p:spPr>
          <a:xfrm>
            <a:off x="6218818" y="846826"/>
            <a:ext cx="5718777" cy="5139178"/>
          </a:xfrm>
          <a:prstGeom prst="ellipse">
            <a:avLst/>
          </a:prstGeom>
          <a:solidFill>
            <a:srgbClr val="E4F6DE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E99BB7-6ADD-2CA6-D412-260DD9E0B6F7}"/>
              </a:ext>
            </a:extLst>
          </p:cNvPr>
          <p:cNvSpPr/>
          <p:nvPr/>
        </p:nvSpPr>
        <p:spPr>
          <a:xfrm rot="20926109">
            <a:off x="421202" y="945579"/>
            <a:ext cx="6369193" cy="5883392"/>
          </a:xfrm>
          <a:prstGeom prst="ellipse">
            <a:avLst/>
          </a:prstGeom>
          <a:solidFill>
            <a:srgbClr val="F8E4F6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A6DBB74-DE79-BF08-F03B-1001FB83B862}"/>
              </a:ext>
            </a:extLst>
          </p:cNvPr>
          <p:cNvSpPr/>
          <p:nvPr/>
        </p:nvSpPr>
        <p:spPr>
          <a:xfrm rot="20705849">
            <a:off x="1144751" y="63945"/>
            <a:ext cx="3972129" cy="3030464"/>
          </a:xfrm>
          <a:prstGeom prst="ellipse">
            <a:avLst/>
          </a:prstGeom>
          <a:solidFill>
            <a:srgbClr val="F0F0F0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310993" y="465163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377542" y="1805988"/>
            <a:ext cx="1618767" cy="401001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1350393" y="5149668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3603736" y="193485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820826" y="969133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774839" y="1161160"/>
            <a:ext cx="1769091" cy="274539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RemindDueNotes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 (def: 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CanChangeNickname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OnExpire: Inactive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UseFaCalendar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378924" y="3710176"/>
            <a:ext cx="1625139" cy="17504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endParaRPr lang="en-US" sz="9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Floristic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Climatic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467514" y="1795357"/>
            <a:ext cx="2172080" cy="297521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5362376" y="2037328"/>
            <a:ext cx="1484046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6437846" y="-61022"/>
            <a:ext cx="2843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96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96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317397" y="5045520"/>
            <a:ext cx="1679348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4372075" y="5303956"/>
            <a:ext cx="1679348" cy="111123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</a:t>
            </a:r>
            <a:r>
              <a:rPr lang="en-US" sz="90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T/P</a:t>
            </a: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538306" y="2611937"/>
            <a:ext cx="1416106" cy="23559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617369" y="227985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585731" y="1897387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605532" y="1608526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559922" y="1262214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964464" y="3647976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791758" y="3832642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605532" y="3689497"/>
            <a:ext cx="92103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1294D3-151C-1A5C-245A-703F659D8854}"/>
              </a:ext>
            </a:extLst>
          </p:cNvPr>
          <p:cNvSpPr txBox="1"/>
          <p:nvPr/>
        </p:nvSpPr>
        <p:spPr>
          <a:xfrm>
            <a:off x="9605532" y="6415189"/>
            <a:ext cx="25864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000" i="1">
                <a:solidFill>
                  <a:schemeClr val="tx1"/>
                </a:solidFill>
                <a:latin typeface="Raleway Medium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Majid SharifiTehrani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67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4681</TotalTime>
  <Words>395</Words>
  <Application>Microsoft Office PowerPoint</Application>
  <PresentationFormat>Widescreen</PresentationFormat>
  <Paragraphs>194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Cascadia Mono</vt:lpstr>
      <vt:lpstr>Raleway Medium</vt:lpstr>
      <vt:lpstr>Rastanty Cortez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150</cp:revision>
  <cp:lastPrinted>2026-07-31T07:24:16Z</cp:lastPrinted>
  <dcterms:created xsi:type="dcterms:W3CDTF">2026-07-27T21:29:36Z</dcterms:created>
  <dcterms:modified xsi:type="dcterms:W3CDTF">2026-08-30T19:31:00Z</dcterms:modified>
</cp:coreProperties>
</file>